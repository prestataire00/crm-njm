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77" r:id="rId2"/>
    <p:sldId id="279" r:id="rId3"/>
    <p:sldId id="280" r:id="rId4"/>
    <p:sldId id="283" r:id="rId5"/>
    <p:sldId id="278" r:id="rId6"/>
    <p:sldId id="284" r:id="rId7"/>
    <p:sldId id="289" r:id="rId8"/>
    <p:sldId id="290" r:id="rId9"/>
    <p:sldId id="285" r:id="rId10"/>
    <p:sldId id="286" r:id="rId11"/>
    <p:sldId id="287" r:id="rId12"/>
    <p:sldId id="288" r:id="rId13"/>
    <p:sldId id="293" r:id="rId14"/>
    <p:sldId id="291" r:id="rId15"/>
    <p:sldId id="292" r:id="rId16"/>
    <p:sldId id="295" r:id="rId17"/>
    <p:sldId id="301" r:id="rId18"/>
    <p:sldId id="294" r:id="rId19"/>
    <p:sldId id="298" r:id="rId20"/>
    <p:sldId id="296" r:id="rId21"/>
    <p:sldId id="302" r:id="rId22"/>
    <p:sldId id="2608" r:id="rId23"/>
    <p:sldId id="317" r:id="rId24"/>
    <p:sldId id="358" r:id="rId25"/>
    <p:sldId id="359" r:id="rId26"/>
    <p:sldId id="304" r:id="rId27"/>
    <p:sldId id="297" r:id="rId28"/>
    <p:sldId id="303" r:id="rId29"/>
    <p:sldId id="300" r:id="rId30"/>
    <p:sldId id="349" r:id="rId31"/>
    <p:sldId id="350" r:id="rId32"/>
    <p:sldId id="351" r:id="rId33"/>
    <p:sldId id="352" r:id="rId34"/>
    <p:sldId id="353" r:id="rId35"/>
    <p:sldId id="354" r:id="rId36"/>
    <p:sldId id="2607" r:id="rId37"/>
    <p:sldId id="281" r:id="rId38"/>
  </p:sldIdLst>
  <p:sldSz cx="12192000" cy="6858000"/>
  <p:notesSz cx="9926638" cy="143557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376"/>
    <a:srgbClr val="F06722"/>
    <a:srgbClr val="D8652C"/>
    <a:srgbClr val="141EA5"/>
    <a:srgbClr val="373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39CBBC-CA41-40CA-879F-279CD0053F3D}" v="117" dt="2022-11-14T09:17:58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84" y="1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ULIE NATHALIE" userId="9584b74b320a978c" providerId="LiveId" clId="{7039CBBC-CA41-40CA-879F-279CD0053F3D}"/>
    <pc:docChg chg="undo custSel addSld delSld modSld sldOrd">
      <pc:chgData name="JOULIE NATHALIE" userId="9584b74b320a978c" providerId="LiveId" clId="{7039CBBC-CA41-40CA-879F-279CD0053F3D}" dt="2022-11-17T19:05:33.191" v="2597" actId="2696"/>
      <pc:docMkLst>
        <pc:docMk/>
      </pc:docMkLst>
      <pc:sldChg chg="modSp mod">
        <pc:chgData name="JOULIE NATHALIE" userId="9584b74b320a978c" providerId="LiveId" clId="{7039CBBC-CA41-40CA-879F-279CD0053F3D}" dt="2022-11-13T09:27:28.774" v="118" actId="20577"/>
        <pc:sldMkLst>
          <pc:docMk/>
          <pc:sldMk cId="4150598095" sldId="277"/>
        </pc:sldMkLst>
        <pc:spChg chg="mod">
          <ac:chgData name="JOULIE NATHALIE" userId="9584b74b320a978c" providerId="LiveId" clId="{7039CBBC-CA41-40CA-879F-279CD0053F3D}" dt="2022-11-13T09:27:28.774" v="118" actId="20577"/>
          <ac:spMkLst>
            <pc:docMk/>
            <pc:sldMk cId="4150598095" sldId="277"/>
            <ac:spMk id="18" creationId="{1BB669E9-73A1-446F-AB27-E1D24FE9B50C}"/>
          </ac:spMkLst>
        </pc:spChg>
        <pc:spChg chg="mod">
          <ac:chgData name="JOULIE NATHALIE" userId="9584b74b320a978c" providerId="LiveId" clId="{7039CBBC-CA41-40CA-879F-279CD0053F3D}" dt="2022-11-13T09:25:37.007" v="65" actId="20577"/>
          <ac:spMkLst>
            <pc:docMk/>
            <pc:sldMk cId="4150598095" sldId="277"/>
            <ac:spMk id="29" creationId="{00000000-0000-0000-0000-000000000000}"/>
          </ac:spMkLst>
        </pc:spChg>
        <pc:spChg chg="mod">
          <ac:chgData name="JOULIE NATHALIE" userId="9584b74b320a978c" providerId="LiveId" clId="{7039CBBC-CA41-40CA-879F-279CD0053F3D}" dt="2022-11-13T09:27:15.112" v="89" actId="20577"/>
          <ac:spMkLst>
            <pc:docMk/>
            <pc:sldMk cId="4150598095" sldId="277"/>
            <ac:spMk id="33" creationId="{00000000-0000-0000-0000-000000000000}"/>
          </ac:spMkLst>
        </pc:spChg>
      </pc:sldChg>
      <pc:sldChg chg="addSp modSp mod">
        <pc:chgData name="JOULIE NATHALIE" userId="9584b74b320a978c" providerId="LiveId" clId="{7039CBBC-CA41-40CA-879F-279CD0053F3D}" dt="2022-11-13T10:11:51.550" v="1023" actId="207"/>
        <pc:sldMkLst>
          <pc:docMk/>
          <pc:sldMk cId="2955031388" sldId="278"/>
        </pc:sldMkLst>
        <pc:spChg chg="mod">
          <ac:chgData name="JOULIE NATHALIE" userId="9584b74b320a978c" providerId="LiveId" clId="{7039CBBC-CA41-40CA-879F-279CD0053F3D}" dt="2022-11-13T09:31:55.440" v="304" actId="20577"/>
          <ac:spMkLst>
            <pc:docMk/>
            <pc:sldMk cId="2955031388" sldId="278"/>
            <ac:spMk id="2" creationId="{8F0E4966-74BA-4766-B202-E191A4DBC573}"/>
          </ac:spMkLst>
        </pc:spChg>
        <pc:spChg chg="mod">
          <ac:chgData name="JOULIE NATHALIE" userId="9584b74b320a978c" providerId="LiveId" clId="{7039CBBC-CA41-40CA-879F-279CD0053F3D}" dt="2022-11-13T09:28:59.303" v="145" actId="20577"/>
          <ac:spMkLst>
            <pc:docMk/>
            <pc:sldMk cId="2955031388" sldId="278"/>
            <ac:spMk id="5" creationId="{00000000-0000-0000-0000-000000000000}"/>
          </ac:spMkLst>
        </pc:spChg>
        <pc:spChg chg="mod">
          <ac:chgData name="JOULIE NATHALIE" userId="9584b74b320a978c" providerId="LiveId" clId="{7039CBBC-CA41-40CA-879F-279CD0053F3D}" dt="2022-11-13T10:11:51.550" v="1023" actId="207"/>
          <ac:spMkLst>
            <pc:docMk/>
            <pc:sldMk cId="2955031388" sldId="278"/>
            <ac:spMk id="6" creationId="{00000000-0000-0000-0000-000000000000}"/>
          </ac:spMkLst>
        </pc:spChg>
        <pc:picChg chg="add mod ord">
          <ac:chgData name="JOULIE NATHALIE" userId="9584b74b320a978c" providerId="LiveId" clId="{7039CBBC-CA41-40CA-879F-279CD0053F3D}" dt="2022-11-13T10:11:26.567" v="1020" actId="167"/>
          <ac:picMkLst>
            <pc:docMk/>
            <pc:sldMk cId="2955031388" sldId="278"/>
            <ac:picMk id="3" creationId="{F842A853-CFC1-64E8-DEF1-5C8D4C46FA4C}"/>
          </ac:picMkLst>
        </pc:picChg>
      </pc:sldChg>
      <pc:sldChg chg="modSp mod">
        <pc:chgData name="JOULIE NATHALIE" userId="9584b74b320a978c" providerId="LiveId" clId="{7039CBBC-CA41-40CA-879F-279CD0053F3D}" dt="2022-11-13T09:33:03.536" v="444" actId="20577"/>
        <pc:sldMkLst>
          <pc:docMk/>
          <pc:sldMk cId="1594670811" sldId="279"/>
        </pc:sldMkLst>
        <pc:spChg chg="mod">
          <ac:chgData name="JOULIE NATHALIE" userId="9584b74b320a978c" providerId="LiveId" clId="{7039CBBC-CA41-40CA-879F-279CD0053F3D}" dt="2022-11-13T09:33:03.536" v="444" actId="20577"/>
          <ac:spMkLst>
            <pc:docMk/>
            <pc:sldMk cId="1594670811" sldId="279"/>
            <ac:spMk id="2" creationId="{8F0E4966-74BA-4766-B202-E191A4DBC573}"/>
          </ac:spMkLst>
        </pc:spChg>
      </pc:sldChg>
      <pc:sldChg chg="modSp mod">
        <pc:chgData name="JOULIE NATHALIE" userId="9584b74b320a978c" providerId="LiveId" clId="{7039CBBC-CA41-40CA-879F-279CD0053F3D}" dt="2022-11-13T09:33:15.726" v="472" actId="20577"/>
        <pc:sldMkLst>
          <pc:docMk/>
          <pc:sldMk cId="1501137799" sldId="280"/>
        </pc:sldMkLst>
        <pc:spChg chg="mod">
          <ac:chgData name="JOULIE NATHALIE" userId="9584b74b320a978c" providerId="LiveId" clId="{7039CBBC-CA41-40CA-879F-279CD0053F3D}" dt="2022-11-13T09:33:15.726" v="472" actId="20577"/>
          <ac:spMkLst>
            <pc:docMk/>
            <pc:sldMk cId="1501137799" sldId="280"/>
            <ac:spMk id="2" creationId="{8F0E4966-74BA-4766-B202-E191A4DBC573}"/>
          </ac:spMkLst>
        </pc:spChg>
      </pc:sldChg>
      <pc:sldChg chg="modSp mod ord">
        <pc:chgData name="JOULIE NATHALIE" userId="9584b74b320a978c" providerId="LiveId" clId="{7039CBBC-CA41-40CA-879F-279CD0053F3D}" dt="2022-11-13T09:32:48.686" v="416" actId="20577"/>
        <pc:sldMkLst>
          <pc:docMk/>
          <pc:sldMk cId="3890984513" sldId="281"/>
        </pc:sldMkLst>
        <pc:spChg chg="mod">
          <ac:chgData name="JOULIE NATHALIE" userId="9584b74b320a978c" providerId="LiveId" clId="{7039CBBC-CA41-40CA-879F-279CD0053F3D}" dt="2022-11-13T09:32:48.686" v="416" actId="20577"/>
          <ac:spMkLst>
            <pc:docMk/>
            <pc:sldMk cId="3890984513" sldId="281"/>
            <ac:spMk id="2" creationId="{8F0E4966-74BA-4766-B202-E191A4DBC573}"/>
          </ac:spMkLst>
        </pc:spChg>
      </pc:sldChg>
      <pc:sldChg chg="modSp mod">
        <pc:chgData name="JOULIE NATHALIE" userId="9584b74b320a978c" providerId="LiveId" clId="{7039CBBC-CA41-40CA-879F-279CD0053F3D}" dt="2022-11-13T09:33:28.857" v="500" actId="20577"/>
        <pc:sldMkLst>
          <pc:docMk/>
          <pc:sldMk cId="2441378212" sldId="283"/>
        </pc:sldMkLst>
        <pc:spChg chg="mod">
          <ac:chgData name="JOULIE NATHALIE" userId="9584b74b320a978c" providerId="LiveId" clId="{7039CBBC-CA41-40CA-879F-279CD0053F3D}" dt="2022-11-13T09:33:28.857" v="500" actId="20577"/>
          <ac:spMkLst>
            <pc:docMk/>
            <pc:sldMk cId="2441378212" sldId="283"/>
            <ac:spMk id="2" creationId="{8F0E4966-74BA-4766-B202-E191A4DBC573}"/>
          </ac:spMkLst>
        </pc:spChg>
      </pc:sldChg>
      <pc:sldChg chg="modSp add mod">
        <pc:chgData name="JOULIE NATHALIE" userId="9584b74b320a978c" providerId="LiveId" clId="{7039CBBC-CA41-40CA-879F-279CD0053F3D}" dt="2022-11-13T10:04:17.249" v="1009" actId="255"/>
        <pc:sldMkLst>
          <pc:docMk/>
          <pc:sldMk cId="1757679762" sldId="284"/>
        </pc:sldMkLst>
        <pc:spChg chg="mod">
          <ac:chgData name="JOULIE NATHALIE" userId="9584b74b320a978c" providerId="LiveId" clId="{7039CBBC-CA41-40CA-879F-279CD0053F3D}" dt="2022-11-13T09:32:14.398" v="332" actId="20577"/>
          <ac:spMkLst>
            <pc:docMk/>
            <pc:sldMk cId="1757679762" sldId="284"/>
            <ac:spMk id="2" creationId="{8F0E4966-74BA-4766-B202-E191A4DBC573}"/>
          </ac:spMkLst>
        </pc:spChg>
        <pc:spChg chg="mod">
          <ac:chgData name="JOULIE NATHALIE" userId="9584b74b320a978c" providerId="LiveId" clId="{7039CBBC-CA41-40CA-879F-279CD0053F3D}" dt="2022-11-13T09:38:54.390" v="695" actId="14100"/>
          <ac:spMkLst>
            <pc:docMk/>
            <pc:sldMk cId="1757679762" sldId="284"/>
            <ac:spMk id="5" creationId="{00000000-0000-0000-0000-000000000000}"/>
          </ac:spMkLst>
        </pc:spChg>
        <pc:spChg chg="mod">
          <ac:chgData name="JOULIE NATHALIE" userId="9584b74b320a978c" providerId="LiveId" clId="{7039CBBC-CA41-40CA-879F-279CD0053F3D}" dt="2022-11-13T10:04:17.249" v="1009" actId="255"/>
          <ac:spMkLst>
            <pc:docMk/>
            <pc:sldMk cId="1757679762" sldId="284"/>
            <ac:spMk id="6" creationId="{00000000-0000-0000-0000-000000000000}"/>
          </ac:spMkLst>
        </pc:spChg>
      </pc:sldChg>
      <pc:sldChg chg="addSp delSp modSp add mod">
        <pc:chgData name="JOULIE NATHALIE" userId="9584b74b320a978c" providerId="LiveId" clId="{7039CBBC-CA41-40CA-879F-279CD0053F3D}" dt="2022-11-13T10:03:56.904" v="1008" actId="20577"/>
        <pc:sldMkLst>
          <pc:docMk/>
          <pc:sldMk cId="4033219247" sldId="285"/>
        </pc:sldMkLst>
        <pc:spChg chg="mod">
          <ac:chgData name="JOULIE NATHALIE" userId="9584b74b320a978c" providerId="LiveId" clId="{7039CBBC-CA41-40CA-879F-279CD0053F3D}" dt="2022-11-13T09:32:25.625" v="360" actId="20577"/>
          <ac:spMkLst>
            <pc:docMk/>
            <pc:sldMk cId="4033219247" sldId="285"/>
            <ac:spMk id="2" creationId="{8F0E4966-74BA-4766-B202-E191A4DBC573}"/>
          </ac:spMkLst>
        </pc:spChg>
        <pc:spChg chg="mod">
          <ac:chgData name="JOULIE NATHALIE" userId="9584b74b320a978c" providerId="LiveId" clId="{7039CBBC-CA41-40CA-879F-279CD0053F3D}" dt="2022-11-13T10:03:56.904" v="1008" actId="20577"/>
          <ac:spMkLst>
            <pc:docMk/>
            <pc:sldMk cId="4033219247" sldId="285"/>
            <ac:spMk id="5" creationId="{00000000-0000-0000-0000-000000000000}"/>
          </ac:spMkLst>
        </pc:spChg>
        <pc:spChg chg="del mod">
          <ac:chgData name="JOULIE NATHALIE" userId="9584b74b320a978c" providerId="LiveId" clId="{7039CBBC-CA41-40CA-879F-279CD0053F3D}" dt="2022-11-13T09:51:10.332" v="903" actId="478"/>
          <ac:spMkLst>
            <pc:docMk/>
            <pc:sldMk cId="4033219247" sldId="285"/>
            <ac:spMk id="6" creationId="{00000000-0000-0000-0000-000000000000}"/>
          </ac:spMkLst>
        </pc:spChg>
        <pc:picChg chg="add mod">
          <ac:chgData name="JOULIE NATHALIE" userId="9584b74b320a978c" providerId="LiveId" clId="{7039CBBC-CA41-40CA-879F-279CD0053F3D}" dt="2022-11-13T10:03:18.924" v="976" actId="1076"/>
          <ac:picMkLst>
            <pc:docMk/>
            <pc:sldMk cId="4033219247" sldId="285"/>
            <ac:picMk id="3" creationId="{83D1BE25-EDE6-391A-7161-A53765B0C7B1}"/>
          </ac:picMkLst>
        </pc:picChg>
        <pc:picChg chg="add mod">
          <ac:chgData name="JOULIE NATHALIE" userId="9584b74b320a978c" providerId="LiveId" clId="{7039CBBC-CA41-40CA-879F-279CD0053F3D}" dt="2022-11-13T10:03:28.150" v="978" actId="1076"/>
          <ac:picMkLst>
            <pc:docMk/>
            <pc:sldMk cId="4033219247" sldId="285"/>
            <ac:picMk id="7" creationId="{872462DF-8DED-0317-A36F-C22791D53F78}"/>
          </ac:picMkLst>
        </pc:picChg>
      </pc:sldChg>
      <pc:sldChg chg="addSp delSp modSp add mod">
        <pc:chgData name="JOULIE NATHALIE" userId="9584b74b320a978c" providerId="LiveId" clId="{7039CBBC-CA41-40CA-879F-279CD0053F3D}" dt="2022-11-13T10:03:49.153" v="995" actId="20577"/>
        <pc:sldMkLst>
          <pc:docMk/>
          <pc:sldMk cId="4189251799" sldId="286"/>
        </pc:sldMkLst>
        <pc:spChg chg="mod">
          <ac:chgData name="JOULIE NATHALIE" userId="9584b74b320a978c" providerId="LiveId" clId="{7039CBBC-CA41-40CA-879F-279CD0053F3D}" dt="2022-11-13T09:32:35.854" v="388" actId="20577"/>
          <ac:spMkLst>
            <pc:docMk/>
            <pc:sldMk cId="4189251799" sldId="286"/>
            <ac:spMk id="2" creationId="{8F0E4966-74BA-4766-B202-E191A4DBC573}"/>
          </ac:spMkLst>
        </pc:spChg>
        <pc:spChg chg="mod">
          <ac:chgData name="JOULIE NATHALIE" userId="9584b74b320a978c" providerId="LiveId" clId="{7039CBBC-CA41-40CA-879F-279CD0053F3D}" dt="2022-11-13T10:03:49.153" v="995" actId="20577"/>
          <ac:spMkLst>
            <pc:docMk/>
            <pc:sldMk cId="4189251799" sldId="286"/>
            <ac:spMk id="5" creationId="{00000000-0000-0000-0000-000000000000}"/>
          </ac:spMkLst>
        </pc:spChg>
        <pc:spChg chg="del">
          <ac:chgData name="JOULIE NATHALIE" userId="9584b74b320a978c" providerId="LiveId" clId="{7039CBBC-CA41-40CA-879F-279CD0053F3D}" dt="2022-11-13T09:52:26.951" v="908" actId="478"/>
          <ac:spMkLst>
            <pc:docMk/>
            <pc:sldMk cId="4189251799" sldId="286"/>
            <ac:spMk id="6" creationId="{00000000-0000-0000-0000-000000000000}"/>
          </ac:spMkLst>
        </pc:spChg>
        <pc:picChg chg="add mod">
          <ac:chgData name="JOULIE NATHALIE" userId="9584b74b320a978c" providerId="LiveId" clId="{7039CBBC-CA41-40CA-879F-279CD0053F3D}" dt="2022-11-13T10:03:36.549" v="979" actId="1076"/>
          <ac:picMkLst>
            <pc:docMk/>
            <pc:sldMk cId="4189251799" sldId="286"/>
            <ac:picMk id="3" creationId="{616FC61F-BB27-8113-8F9A-C05107FBE47F}"/>
          </ac:picMkLst>
        </pc:picChg>
        <pc:picChg chg="add mod">
          <ac:chgData name="JOULIE NATHALIE" userId="9584b74b320a978c" providerId="LiveId" clId="{7039CBBC-CA41-40CA-879F-279CD0053F3D}" dt="2022-11-13T10:03:43.681" v="982" actId="1076"/>
          <ac:picMkLst>
            <pc:docMk/>
            <pc:sldMk cId="4189251799" sldId="286"/>
            <ac:picMk id="7" creationId="{3DADA653-1FC1-8C3F-F905-9606ECFE7FB5}"/>
          </ac:picMkLst>
        </pc:picChg>
      </pc:sldChg>
      <pc:sldChg chg="addSp delSp modSp add mod">
        <pc:chgData name="JOULIE NATHALIE" userId="9584b74b320a978c" providerId="LiveId" clId="{7039CBBC-CA41-40CA-879F-279CD0053F3D}" dt="2022-11-14T09:13:54.127" v="2290" actId="207"/>
        <pc:sldMkLst>
          <pc:docMk/>
          <pc:sldMk cId="1750470988" sldId="287"/>
        </pc:sldMkLst>
        <pc:spChg chg="add del mod">
          <ac:chgData name="JOULIE NATHALIE" userId="9584b74b320a978c" providerId="LiveId" clId="{7039CBBC-CA41-40CA-879F-279CD0053F3D}" dt="2022-11-13T09:53:21.464" v="912"/>
          <ac:spMkLst>
            <pc:docMk/>
            <pc:sldMk cId="1750470988" sldId="287"/>
            <ac:spMk id="3" creationId="{A18FAB23-28AC-814F-D487-2F3CC6E1090E}"/>
          </ac:spMkLst>
        </pc:spChg>
        <pc:spChg chg="del mod">
          <ac:chgData name="JOULIE NATHALIE" userId="9584b74b320a978c" providerId="LiveId" clId="{7039CBBC-CA41-40CA-879F-279CD0053F3D}" dt="2022-11-13T10:20:18.994" v="1246"/>
          <ac:spMkLst>
            <pc:docMk/>
            <pc:sldMk cId="1750470988" sldId="287"/>
            <ac:spMk id="5" creationId="{00000000-0000-0000-0000-000000000000}"/>
          </ac:spMkLst>
        </pc:spChg>
        <pc:spChg chg="del">
          <ac:chgData name="JOULIE NATHALIE" userId="9584b74b320a978c" providerId="LiveId" clId="{7039CBBC-CA41-40CA-879F-279CD0053F3D}" dt="2022-11-13T09:53:10.783" v="910" actId="478"/>
          <ac:spMkLst>
            <pc:docMk/>
            <pc:sldMk cId="1750470988" sldId="287"/>
            <ac:spMk id="6" creationId="{00000000-0000-0000-0000-000000000000}"/>
          </ac:spMkLst>
        </pc:spChg>
        <pc:spChg chg="add mod">
          <ac:chgData name="JOULIE NATHALIE" userId="9584b74b320a978c" providerId="LiveId" clId="{7039CBBC-CA41-40CA-879F-279CD0053F3D}" dt="2022-11-14T09:13:54.127" v="2290" actId="207"/>
          <ac:spMkLst>
            <pc:docMk/>
            <pc:sldMk cId="1750470988" sldId="287"/>
            <ac:spMk id="7" creationId="{EDCA6587-EB70-0DE9-A4C8-008A5A740DB8}"/>
          </ac:spMkLst>
        </pc:spChg>
      </pc:sldChg>
      <pc:sldChg chg="addSp delSp modSp add mod">
        <pc:chgData name="JOULIE NATHALIE" userId="9584b74b320a978c" providerId="LiveId" clId="{7039CBBC-CA41-40CA-879F-279CD0053F3D}" dt="2022-11-14T09:14:05.979" v="2291" actId="207"/>
        <pc:sldMkLst>
          <pc:docMk/>
          <pc:sldMk cId="3832164833" sldId="288"/>
        </pc:sldMkLst>
        <pc:spChg chg="add mod">
          <ac:chgData name="JOULIE NATHALIE" userId="9584b74b320a978c" providerId="LiveId" clId="{7039CBBC-CA41-40CA-879F-279CD0053F3D}" dt="2022-11-14T09:14:05.979" v="2291" actId="207"/>
          <ac:spMkLst>
            <pc:docMk/>
            <pc:sldMk cId="3832164833" sldId="288"/>
            <ac:spMk id="3" creationId="{0F283F79-D24B-3197-27C1-CC0413FCE58A}"/>
          </ac:spMkLst>
        </pc:spChg>
        <pc:spChg chg="del mod">
          <ac:chgData name="JOULIE NATHALIE" userId="9584b74b320a978c" providerId="LiveId" clId="{7039CBBC-CA41-40CA-879F-279CD0053F3D}" dt="2022-11-13T10:20:24.768" v="1249"/>
          <ac:spMkLst>
            <pc:docMk/>
            <pc:sldMk cId="3832164833" sldId="288"/>
            <ac:spMk id="5" creationId="{00000000-0000-0000-0000-000000000000}"/>
          </ac:spMkLst>
        </pc:spChg>
        <pc:spChg chg="del">
          <ac:chgData name="JOULIE NATHALIE" userId="9584b74b320a978c" providerId="LiveId" clId="{7039CBBC-CA41-40CA-879F-279CD0053F3D}" dt="2022-11-13T09:53:59.239" v="918" actId="478"/>
          <ac:spMkLst>
            <pc:docMk/>
            <pc:sldMk cId="3832164833" sldId="288"/>
            <ac:spMk id="6" creationId="{00000000-0000-0000-0000-000000000000}"/>
          </ac:spMkLst>
        </pc:spChg>
      </pc:sldChg>
      <pc:sldChg chg="delSp modSp add mod ord">
        <pc:chgData name="JOULIE NATHALIE" userId="9584b74b320a978c" providerId="LiveId" clId="{7039CBBC-CA41-40CA-879F-279CD0053F3D}" dt="2022-11-13T10:17:27.288" v="1196"/>
        <pc:sldMkLst>
          <pc:docMk/>
          <pc:sldMk cId="229501101" sldId="289"/>
        </pc:sldMkLst>
        <pc:spChg chg="del mod">
          <ac:chgData name="JOULIE NATHALIE" userId="9584b74b320a978c" providerId="LiveId" clId="{7039CBBC-CA41-40CA-879F-279CD0053F3D}" dt="2022-11-13T10:14:26.867" v="1063"/>
          <ac:spMkLst>
            <pc:docMk/>
            <pc:sldMk cId="229501101" sldId="289"/>
            <ac:spMk id="5" creationId="{00000000-0000-0000-0000-000000000000}"/>
          </ac:spMkLst>
        </pc:spChg>
        <pc:spChg chg="mod">
          <ac:chgData name="JOULIE NATHALIE" userId="9584b74b320a978c" providerId="LiveId" clId="{7039CBBC-CA41-40CA-879F-279CD0053F3D}" dt="2022-11-13T10:14:09.059" v="1055" actId="255"/>
          <ac:spMkLst>
            <pc:docMk/>
            <pc:sldMk cId="229501101" sldId="289"/>
            <ac:spMk id="6" creationId="{00000000-0000-0000-0000-000000000000}"/>
          </ac:spMkLst>
        </pc:spChg>
      </pc:sldChg>
      <pc:sldChg chg="addSp delSp modSp add mod ord">
        <pc:chgData name="JOULIE NATHALIE" userId="9584b74b320a978c" providerId="LiveId" clId="{7039CBBC-CA41-40CA-879F-279CD0053F3D}" dt="2022-11-13T10:18:14.937" v="1200" actId="14100"/>
        <pc:sldMkLst>
          <pc:docMk/>
          <pc:sldMk cId="383982346" sldId="290"/>
        </pc:sldMkLst>
        <pc:spChg chg="del">
          <ac:chgData name="JOULIE NATHALIE" userId="9584b74b320a978c" providerId="LiveId" clId="{7039CBBC-CA41-40CA-879F-279CD0053F3D}" dt="2022-11-13T10:05:03.321" v="1010" actId="478"/>
          <ac:spMkLst>
            <pc:docMk/>
            <pc:sldMk cId="383982346" sldId="290"/>
            <ac:spMk id="6" creationId="{00000000-0000-0000-0000-000000000000}"/>
          </ac:spMkLst>
        </pc:spChg>
        <pc:picChg chg="add mod">
          <ac:chgData name="JOULIE NATHALIE" userId="9584b74b320a978c" providerId="LiveId" clId="{7039CBBC-CA41-40CA-879F-279CD0053F3D}" dt="2022-11-13T10:18:14.937" v="1200" actId="14100"/>
          <ac:picMkLst>
            <pc:docMk/>
            <pc:sldMk cId="383982346" sldId="290"/>
            <ac:picMk id="3" creationId="{A99E1F6C-8ABE-4203-5040-F392FEF32164}"/>
          </ac:picMkLst>
        </pc:picChg>
      </pc:sldChg>
      <pc:sldChg chg="addSp delSp modSp add mod">
        <pc:chgData name="JOULIE NATHALIE" userId="9584b74b320a978c" providerId="LiveId" clId="{7039CBBC-CA41-40CA-879F-279CD0053F3D}" dt="2022-11-13T10:20:31.118" v="1252"/>
        <pc:sldMkLst>
          <pc:docMk/>
          <pc:sldMk cId="594649086" sldId="291"/>
        </pc:sldMkLst>
        <pc:spChg chg="del mod">
          <ac:chgData name="JOULIE NATHALIE" userId="9584b74b320a978c" providerId="LiveId" clId="{7039CBBC-CA41-40CA-879F-279CD0053F3D}" dt="2022-11-13T10:20:31.118" v="1252"/>
          <ac:spMkLst>
            <pc:docMk/>
            <pc:sldMk cId="594649086" sldId="291"/>
            <ac:spMk id="5" creationId="{00000000-0000-0000-0000-000000000000}"/>
          </ac:spMkLst>
        </pc:spChg>
        <pc:spChg chg="mod">
          <ac:chgData name="JOULIE NATHALIE" userId="9584b74b320a978c" providerId="LiveId" clId="{7039CBBC-CA41-40CA-879F-279CD0053F3D}" dt="2022-11-13T10:17:47.471" v="1197" actId="255"/>
          <ac:spMkLst>
            <pc:docMk/>
            <pc:sldMk cId="594649086" sldId="291"/>
            <ac:spMk id="6" creationId="{00000000-0000-0000-0000-000000000000}"/>
          </ac:spMkLst>
        </pc:spChg>
        <pc:picChg chg="add mod">
          <ac:chgData name="JOULIE NATHALIE" userId="9584b74b320a978c" providerId="LiveId" clId="{7039CBBC-CA41-40CA-879F-279CD0053F3D}" dt="2022-11-13T10:01:28.674" v="970" actId="1076"/>
          <ac:picMkLst>
            <pc:docMk/>
            <pc:sldMk cId="594649086" sldId="291"/>
            <ac:picMk id="3" creationId="{383AA7F7-CDFB-B801-D10D-9A258B4AC6ED}"/>
          </ac:picMkLst>
        </pc:picChg>
        <pc:picChg chg="add mod">
          <ac:chgData name="JOULIE NATHALIE" userId="9584b74b320a978c" providerId="LiveId" clId="{7039CBBC-CA41-40CA-879F-279CD0053F3D}" dt="2022-11-13T10:03:02.573" v="975" actId="1076"/>
          <ac:picMkLst>
            <pc:docMk/>
            <pc:sldMk cId="594649086" sldId="291"/>
            <ac:picMk id="8" creationId="{8AFCBB93-4BDD-393F-5AA6-C161BCBF9DD9}"/>
          </ac:picMkLst>
        </pc:picChg>
      </pc:sldChg>
      <pc:sldChg chg="addSp delSp modSp add mod ord">
        <pc:chgData name="JOULIE NATHALIE" userId="9584b74b320a978c" providerId="LiveId" clId="{7039CBBC-CA41-40CA-879F-279CD0053F3D}" dt="2022-11-13T10:23:03.967" v="1281" actId="1076"/>
        <pc:sldMkLst>
          <pc:docMk/>
          <pc:sldMk cId="3370884857" sldId="292"/>
        </pc:sldMkLst>
        <pc:spChg chg="mod">
          <ac:chgData name="JOULIE NATHALIE" userId="9584b74b320a978c" providerId="LiveId" clId="{7039CBBC-CA41-40CA-879F-279CD0053F3D}" dt="2022-11-13T10:19:04.626" v="1237" actId="20577"/>
          <ac:spMkLst>
            <pc:docMk/>
            <pc:sldMk cId="3370884857" sldId="292"/>
            <ac:spMk id="5" creationId="{00000000-0000-0000-0000-000000000000}"/>
          </ac:spMkLst>
        </pc:spChg>
        <pc:spChg chg="del">
          <ac:chgData name="JOULIE NATHALIE" userId="9584b74b320a978c" providerId="LiveId" clId="{7039CBBC-CA41-40CA-879F-279CD0053F3D}" dt="2022-11-13T10:21:14.626" v="1258" actId="478"/>
          <ac:spMkLst>
            <pc:docMk/>
            <pc:sldMk cId="3370884857" sldId="292"/>
            <ac:spMk id="6" creationId="{00000000-0000-0000-0000-000000000000}"/>
          </ac:spMkLst>
        </pc:spChg>
        <pc:spChg chg="add mod">
          <ac:chgData name="JOULIE NATHALIE" userId="9584b74b320a978c" providerId="LiveId" clId="{7039CBBC-CA41-40CA-879F-279CD0053F3D}" dt="2022-11-13T10:21:34.266" v="1262" actId="14100"/>
          <ac:spMkLst>
            <pc:docMk/>
            <pc:sldMk cId="3370884857" sldId="292"/>
            <ac:spMk id="7" creationId="{EB227033-B554-0F0E-E72F-6FC47B196BA7}"/>
          </ac:spMkLst>
        </pc:spChg>
        <pc:spChg chg="add mod">
          <ac:chgData name="JOULIE NATHALIE" userId="9584b74b320a978c" providerId="LiveId" clId="{7039CBBC-CA41-40CA-879F-279CD0053F3D}" dt="2022-11-13T10:22:42.972" v="1279" actId="1076"/>
          <ac:spMkLst>
            <pc:docMk/>
            <pc:sldMk cId="3370884857" sldId="292"/>
            <ac:spMk id="8" creationId="{A7E20D9B-D483-A463-25E4-0FE9E455EA03}"/>
          </ac:spMkLst>
        </pc:spChg>
        <pc:picChg chg="add del">
          <ac:chgData name="JOULIE NATHALIE" userId="9584b74b320a978c" providerId="LiveId" clId="{7039CBBC-CA41-40CA-879F-279CD0053F3D}" dt="2022-11-13T10:21:23.374" v="1260"/>
          <ac:picMkLst>
            <pc:docMk/>
            <pc:sldMk cId="3370884857" sldId="292"/>
            <ac:picMk id="3" creationId="{FAD5A3FE-50FB-B7DA-1375-04A291B18189}"/>
          </ac:picMkLst>
        </pc:picChg>
        <pc:picChg chg="add mod">
          <ac:chgData name="JOULIE NATHALIE" userId="9584b74b320a978c" providerId="LiveId" clId="{7039CBBC-CA41-40CA-879F-279CD0053F3D}" dt="2022-11-13T10:23:03.967" v="1281" actId="1076"/>
          <ac:picMkLst>
            <pc:docMk/>
            <pc:sldMk cId="3370884857" sldId="292"/>
            <ac:picMk id="10" creationId="{E0696C7F-DC68-5458-FF38-D10C2A0FCED7}"/>
          </ac:picMkLst>
        </pc:picChg>
      </pc:sldChg>
      <pc:sldChg chg="addSp delSp modSp add mod ord">
        <pc:chgData name="JOULIE NATHALIE" userId="9584b74b320a978c" providerId="LiveId" clId="{7039CBBC-CA41-40CA-879F-279CD0053F3D}" dt="2022-11-14T09:14:29.765" v="2294" actId="14100"/>
        <pc:sldMkLst>
          <pc:docMk/>
          <pc:sldMk cId="1266772066" sldId="293"/>
        </pc:sldMkLst>
        <pc:spChg chg="add mod">
          <ac:chgData name="JOULIE NATHALIE" userId="9584b74b320a978c" providerId="LiveId" clId="{7039CBBC-CA41-40CA-879F-279CD0053F3D}" dt="2022-11-14T09:14:29.765" v="2294" actId="14100"/>
          <ac:spMkLst>
            <pc:docMk/>
            <pc:sldMk cId="1266772066" sldId="293"/>
            <ac:spMk id="3" creationId="{FADACFB4-AA43-68F7-9E7E-C0CE3A1186D7}"/>
          </ac:spMkLst>
        </pc:spChg>
        <pc:spChg chg="del mod">
          <ac:chgData name="JOULIE NATHALIE" userId="9584b74b320a978c" providerId="LiveId" clId="{7039CBBC-CA41-40CA-879F-279CD0053F3D}" dt="2022-11-13T10:20:44.131" v="1257"/>
          <ac:spMkLst>
            <pc:docMk/>
            <pc:sldMk cId="1266772066" sldId="293"/>
            <ac:spMk id="5" creationId="{00000000-0000-0000-0000-000000000000}"/>
          </ac:spMkLst>
        </pc:spChg>
        <pc:spChg chg="del">
          <ac:chgData name="JOULIE NATHALIE" userId="9584b74b320a978c" providerId="LiveId" clId="{7039CBBC-CA41-40CA-879F-279CD0053F3D}" dt="2022-11-13T10:19:38.649" v="1240" actId="478"/>
          <ac:spMkLst>
            <pc:docMk/>
            <pc:sldMk cId="1266772066" sldId="293"/>
            <ac:spMk id="6" creationId="{00000000-0000-0000-0000-000000000000}"/>
          </ac:spMkLst>
        </pc:spChg>
        <pc:picChg chg="add mod">
          <ac:chgData name="JOULIE NATHALIE" userId="9584b74b320a978c" providerId="LiveId" clId="{7039CBBC-CA41-40CA-879F-279CD0053F3D}" dt="2022-11-13T10:20:43.114" v="1255" actId="1076"/>
          <ac:picMkLst>
            <pc:docMk/>
            <pc:sldMk cId="1266772066" sldId="293"/>
            <ac:picMk id="7" creationId="{46899806-1EF6-4D36-3CF9-10131FB593B1}"/>
          </ac:picMkLst>
        </pc:picChg>
      </pc:sldChg>
      <pc:sldChg chg="addSp delSp modSp add mod ord">
        <pc:chgData name="JOULIE NATHALIE" userId="9584b74b320a978c" providerId="LiveId" clId="{7039CBBC-CA41-40CA-879F-279CD0053F3D}" dt="2022-11-13T10:26:10.745" v="1327" actId="14100"/>
        <pc:sldMkLst>
          <pc:docMk/>
          <pc:sldMk cId="3150961157" sldId="294"/>
        </pc:sldMkLst>
        <pc:spChg chg="add mod">
          <ac:chgData name="JOULIE NATHALIE" userId="9584b74b320a978c" providerId="LiveId" clId="{7039CBBC-CA41-40CA-879F-279CD0053F3D}" dt="2022-11-13T10:26:10.745" v="1327" actId="14100"/>
          <ac:spMkLst>
            <pc:docMk/>
            <pc:sldMk cId="3150961157" sldId="294"/>
            <ac:spMk id="3" creationId="{A2C5F97D-5F4E-3FE9-0B5A-0F87B896C140}"/>
          </ac:spMkLst>
        </pc:spChg>
        <pc:spChg chg="mod">
          <ac:chgData name="JOULIE NATHALIE" userId="9584b74b320a978c" providerId="LiveId" clId="{7039CBBC-CA41-40CA-879F-279CD0053F3D}" dt="2022-11-13T10:25:40.497" v="1322" actId="20577"/>
          <ac:spMkLst>
            <pc:docMk/>
            <pc:sldMk cId="3150961157" sldId="294"/>
            <ac:spMk id="5" creationId="{00000000-0000-0000-0000-000000000000}"/>
          </ac:spMkLst>
        </pc:spChg>
        <pc:spChg chg="del">
          <ac:chgData name="JOULIE NATHALIE" userId="9584b74b320a978c" providerId="LiveId" clId="{7039CBBC-CA41-40CA-879F-279CD0053F3D}" dt="2022-11-13T10:25:30.169" v="1292" actId="478"/>
          <ac:spMkLst>
            <pc:docMk/>
            <pc:sldMk cId="3150961157" sldId="294"/>
            <ac:spMk id="6" creationId="{00000000-0000-0000-0000-000000000000}"/>
          </ac:spMkLst>
        </pc:spChg>
      </pc:sldChg>
      <pc:sldChg chg="modSp add del mod">
        <pc:chgData name="JOULIE NATHALIE" userId="9584b74b320a978c" providerId="LiveId" clId="{7039CBBC-CA41-40CA-879F-279CD0053F3D}" dt="2022-11-13T10:15:44.457" v="1102" actId="20577"/>
        <pc:sldMkLst>
          <pc:docMk/>
          <pc:sldMk cId="3253084807" sldId="295"/>
        </pc:sldMkLst>
        <pc:spChg chg="mod">
          <ac:chgData name="JOULIE NATHALIE" userId="9584b74b320a978c" providerId="LiveId" clId="{7039CBBC-CA41-40CA-879F-279CD0053F3D}" dt="2022-11-13T10:15:44.457" v="1102" actId="20577"/>
          <ac:spMkLst>
            <pc:docMk/>
            <pc:sldMk cId="3253084807" sldId="295"/>
            <ac:spMk id="6" creationId="{00000000-0000-0000-0000-000000000000}"/>
          </ac:spMkLst>
        </pc:spChg>
      </pc:sldChg>
      <pc:sldChg chg="modSp add mod">
        <pc:chgData name="JOULIE NATHALIE" userId="9584b74b320a978c" providerId="LiveId" clId="{7039CBBC-CA41-40CA-879F-279CD0053F3D}" dt="2022-11-13T10:16:30.177" v="1146" actId="20577"/>
        <pc:sldMkLst>
          <pc:docMk/>
          <pc:sldMk cId="703990478" sldId="296"/>
        </pc:sldMkLst>
        <pc:spChg chg="mod">
          <ac:chgData name="JOULIE NATHALIE" userId="9584b74b320a978c" providerId="LiveId" clId="{7039CBBC-CA41-40CA-879F-279CD0053F3D}" dt="2022-11-13T10:16:30.177" v="1146" actId="20577"/>
          <ac:spMkLst>
            <pc:docMk/>
            <pc:sldMk cId="703990478" sldId="296"/>
            <ac:spMk id="6" creationId="{00000000-0000-0000-0000-000000000000}"/>
          </ac:spMkLst>
        </pc:spChg>
      </pc:sldChg>
      <pc:sldChg chg="modSp add mod">
        <pc:chgData name="JOULIE NATHALIE" userId="9584b74b320a978c" providerId="LiveId" clId="{7039CBBC-CA41-40CA-879F-279CD0053F3D}" dt="2022-11-13T10:17:21.288" v="1194" actId="1076"/>
        <pc:sldMkLst>
          <pc:docMk/>
          <pc:sldMk cId="3114742926" sldId="297"/>
        </pc:sldMkLst>
        <pc:spChg chg="mod">
          <ac:chgData name="JOULIE NATHALIE" userId="9584b74b320a978c" providerId="LiveId" clId="{7039CBBC-CA41-40CA-879F-279CD0053F3D}" dt="2022-11-13T10:17:21.288" v="1194" actId="1076"/>
          <ac:spMkLst>
            <pc:docMk/>
            <pc:sldMk cId="3114742926" sldId="297"/>
            <ac:spMk id="6" creationId="{00000000-0000-0000-0000-000000000000}"/>
          </ac:spMkLst>
        </pc:spChg>
      </pc:sldChg>
      <pc:sldChg chg="addSp modSp add mod ord">
        <pc:chgData name="JOULIE NATHALIE" userId="9584b74b320a978c" providerId="LiveId" clId="{7039CBBC-CA41-40CA-879F-279CD0053F3D}" dt="2022-11-13T11:13:53.219" v="1820" actId="255"/>
        <pc:sldMkLst>
          <pc:docMk/>
          <pc:sldMk cId="942098376" sldId="298"/>
        </pc:sldMkLst>
        <pc:spChg chg="add mod">
          <ac:chgData name="JOULIE NATHALIE" userId="9584b74b320a978c" providerId="LiveId" clId="{7039CBBC-CA41-40CA-879F-279CD0053F3D}" dt="2022-11-13T10:30:42.042" v="1402" actId="1076"/>
          <ac:spMkLst>
            <pc:docMk/>
            <pc:sldMk cId="942098376" sldId="298"/>
            <ac:spMk id="3" creationId="{212DD73B-C1FD-C44F-8E36-B126E8A5C6FF}"/>
          </ac:spMkLst>
        </pc:spChg>
        <pc:spChg chg="mod">
          <ac:chgData name="JOULIE NATHALIE" userId="9584b74b320a978c" providerId="LiveId" clId="{7039CBBC-CA41-40CA-879F-279CD0053F3D}" dt="2022-11-13T10:31:01.697" v="1417" actId="20577"/>
          <ac:spMkLst>
            <pc:docMk/>
            <pc:sldMk cId="942098376" sldId="298"/>
            <ac:spMk id="5" creationId="{00000000-0000-0000-0000-000000000000}"/>
          </ac:spMkLst>
        </pc:spChg>
        <pc:spChg chg="mod">
          <ac:chgData name="JOULIE NATHALIE" userId="9584b74b320a978c" providerId="LiveId" clId="{7039CBBC-CA41-40CA-879F-279CD0053F3D}" dt="2022-11-13T11:13:53.219" v="1820" actId="255"/>
          <ac:spMkLst>
            <pc:docMk/>
            <pc:sldMk cId="942098376" sldId="298"/>
            <ac:spMk id="6" creationId="{00000000-0000-0000-0000-000000000000}"/>
          </ac:spMkLst>
        </pc:spChg>
        <pc:picChg chg="add mod">
          <ac:chgData name="JOULIE NATHALIE" userId="9584b74b320a978c" providerId="LiveId" clId="{7039CBBC-CA41-40CA-879F-279CD0053F3D}" dt="2022-11-13T10:31:32.226" v="1419" actId="1076"/>
          <ac:picMkLst>
            <pc:docMk/>
            <pc:sldMk cId="942098376" sldId="298"/>
            <ac:picMk id="7" creationId="{02FBC1E8-69EE-5F40-272E-60CB9FD9A235}"/>
          </ac:picMkLst>
        </pc:picChg>
      </pc:sldChg>
      <pc:sldChg chg="addSp modSp add del mod">
        <pc:chgData name="JOULIE NATHALIE" userId="9584b74b320a978c" providerId="LiveId" clId="{7039CBBC-CA41-40CA-879F-279CD0053F3D}" dt="2022-11-13T16:34:57.295" v="2289" actId="2696"/>
        <pc:sldMkLst>
          <pc:docMk/>
          <pc:sldMk cId="3657308370" sldId="299"/>
        </pc:sldMkLst>
        <pc:spChg chg="add mod">
          <ac:chgData name="JOULIE NATHALIE" userId="9584b74b320a978c" providerId="LiveId" clId="{7039CBBC-CA41-40CA-879F-279CD0053F3D}" dt="2022-11-13T11:34:49.261" v="2249" actId="1076"/>
          <ac:spMkLst>
            <pc:docMk/>
            <pc:sldMk cId="3657308370" sldId="299"/>
            <ac:spMk id="3" creationId="{69E846CD-88BA-4159-AF04-3FCDB6E7EB0F}"/>
          </ac:spMkLst>
        </pc:spChg>
        <pc:spChg chg="mod">
          <ac:chgData name="JOULIE NATHALIE" userId="9584b74b320a978c" providerId="LiveId" clId="{7039CBBC-CA41-40CA-879F-279CD0053F3D}" dt="2022-11-13T11:34:45.444" v="2248" actId="1076"/>
          <ac:spMkLst>
            <pc:docMk/>
            <pc:sldMk cId="3657308370" sldId="299"/>
            <ac:spMk id="6" creationId="{00000000-0000-0000-0000-000000000000}"/>
          </ac:spMkLst>
        </pc:spChg>
        <pc:spChg chg="add mod">
          <ac:chgData name="JOULIE NATHALIE" userId="9584b74b320a978c" providerId="LiveId" clId="{7039CBBC-CA41-40CA-879F-279CD0053F3D}" dt="2022-11-13T11:34:53.423" v="2250" actId="1076"/>
          <ac:spMkLst>
            <pc:docMk/>
            <pc:sldMk cId="3657308370" sldId="299"/>
            <ac:spMk id="7" creationId="{469864BF-6798-E2CA-3657-77F2ADC8E270}"/>
          </ac:spMkLst>
        </pc:spChg>
      </pc:sldChg>
      <pc:sldChg chg="addSp modSp add mod">
        <pc:chgData name="JOULIE NATHALIE" userId="9584b74b320a978c" providerId="LiveId" clId="{7039CBBC-CA41-40CA-879F-279CD0053F3D}" dt="2022-11-13T11:49:18.335" v="2287" actId="1076"/>
        <pc:sldMkLst>
          <pc:docMk/>
          <pc:sldMk cId="1530038446" sldId="300"/>
        </pc:sldMkLst>
        <pc:spChg chg="add mod">
          <ac:chgData name="JOULIE NATHALIE" userId="9584b74b320a978c" providerId="LiveId" clId="{7039CBBC-CA41-40CA-879F-279CD0053F3D}" dt="2022-11-13T11:26:31.295" v="2216" actId="1076"/>
          <ac:spMkLst>
            <pc:docMk/>
            <pc:sldMk cId="1530038446" sldId="300"/>
            <ac:spMk id="3" creationId="{63994257-151A-58D0-E69B-2B9662C5E382}"/>
          </ac:spMkLst>
        </pc:spChg>
        <pc:spChg chg="mod">
          <ac:chgData name="JOULIE NATHALIE" userId="9584b74b320a978c" providerId="LiveId" clId="{7039CBBC-CA41-40CA-879F-279CD0053F3D}" dt="2022-11-13T11:22:25.725" v="2133" actId="20577"/>
          <ac:spMkLst>
            <pc:docMk/>
            <pc:sldMk cId="1530038446" sldId="300"/>
            <ac:spMk id="5" creationId="{00000000-0000-0000-0000-000000000000}"/>
          </ac:spMkLst>
        </pc:spChg>
        <pc:spChg chg="mod">
          <ac:chgData name="JOULIE NATHALIE" userId="9584b74b320a978c" providerId="LiveId" clId="{7039CBBC-CA41-40CA-879F-279CD0053F3D}" dt="2022-11-13T11:26:34.918" v="2217" actId="1076"/>
          <ac:spMkLst>
            <pc:docMk/>
            <pc:sldMk cId="1530038446" sldId="300"/>
            <ac:spMk id="6" creationId="{00000000-0000-0000-0000-000000000000}"/>
          </ac:spMkLst>
        </pc:spChg>
        <pc:picChg chg="add mod">
          <ac:chgData name="JOULIE NATHALIE" userId="9584b74b320a978c" providerId="LiveId" clId="{7039CBBC-CA41-40CA-879F-279CD0053F3D}" dt="2022-11-13T11:25:55.948" v="2212" actId="1076"/>
          <ac:picMkLst>
            <pc:docMk/>
            <pc:sldMk cId="1530038446" sldId="300"/>
            <ac:picMk id="7" creationId="{08BA547C-9992-FA70-0236-BF86905C2E97}"/>
          </ac:picMkLst>
        </pc:picChg>
        <pc:picChg chg="add mod">
          <ac:chgData name="JOULIE NATHALIE" userId="9584b74b320a978c" providerId="LiveId" clId="{7039CBBC-CA41-40CA-879F-279CD0053F3D}" dt="2022-11-13T11:26:20.340" v="2214" actId="1076"/>
          <ac:picMkLst>
            <pc:docMk/>
            <pc:sldMk cId="1530038446" sldId="300"/>
            <ac:picMk id="8" creationId="{57815991-4F5E-AC47-5CD8-3DC3B08C68E1}"/>
          </ac:picMkLst>
        </pc:picChg>
        <pc:picChg chg="add mod">
          <ac:chgData name="JOULIE NATHALIE" userId="9584b74b320a978c" providerId="LiveId" clId="{7039CBBC-CA41-40CA-879F-279CD0053F3D}" dt="2022-11-13T11:26:20.340" v="2214" actId="1076"/>
          <ac:picMkLst>
            <pc:docMk/>
            <pc:sldMk cId="1530038446" sldId="300"/>
            <ac:picMk id="10" creationId="{FAF64CAB-B553-4671-2780-082079F37D62}"/>
          </ac:picMkLst>
        </pc:picChg>
        <pc:picChg chg="add mod">
          <ac:chgData name="JOULIE NATHALIE" userId="9584b74b320a978c" providerId="LiveId" clId="{7039CBBC-CA41-40CA-879F-279CD0053F3D}" dt="2022-11-13T11:26:20.340" v="2214" actId="1076"/>
          <ac:picMkLst>
            <pc:docMk/>
            <pc:sldMk cId="1530038446" sldId="300"/>
            <ac:picMk id="12" creationId="{280A2E70-257E-4500-D11C-5F4911314F72}"/>
          </ac:picMkLst>
        </pc:picChg>
        <pc:picChg chg="add mod">
          <ac:chgData name="JOULIE NATHALIE" userId="9584b74b320a978c" providerId="LiveId" clId="{7039CBBC-CA41-40CA-879F-279CD0053F3D}" dt="2022-11-13T11:47:06.153" v="2284" actId="1076"/>
          <ac:picMkLst>
            <pc:docMk/>
            <pc:sldMk cId="1530038446" sldId="300"/>
            <ac:picMk id="13" creationId="{DA0CB313-27D2-5842-8772-E6C4B4E62E66}"/>
          </ac:picMkLst>
        </pc:picChg>
        <pc:picChg chg="add mod">
          <ac:chgData name="JOULIE NATHALIE" userId="9584b74b320a978c" providerId="LiveId" clId="{7039CBBC-CA41-40CA-879F-279CD0053F3D}" dt="2022-11-13T11:49:18.335" v="2287" actId="1076"/>
          <ac:picMkLst>
            <pc:docMk/>
            <pc:sldMk cId="1530038446" sldId="300"/>
            <ac:picMk id="14" creationId="{A3FB4B4B-EC96-0631-E203-3CC714EB80FD}"/>
          </ac:picMkLst>
        </pc:picChg>
        <pc:picChg chg="add mod">
          <ac:chgData name="JOULIE NATHALIE" userId="9584b74b320a978c" providerId="LiveId" clId="{7039CBBC-CA41-40CA-879F-279CD0053F3D}" dt="2022-11-13T11:47:03.792" v="2283" actId="1076"/>
          <ac:picMkLst>
            <pc:docMk/>
            <pc:sldMk cId="1530038446" sldId="300"/>
            <ac:picMk id="15" creationId="{5989BA76-EC1C-09AE-FE27-7DD7C7F84DC8}"/>
          </ac:picMkLst>
        </pc:picChg>
      </pc:sldChg>
      <pc:sldChg chg="addSp modSp add mod ord">
        <pc:chgData name="JOULIE NATHALIE" userId="9584b74b320a978c" providerId="LiveId" clId="{7039CBBC-CA41-40CA-879F-279CD0053F3D}" dt="2022-11-14T09:15:01.062" v="2314" actId="20577"/>
        <pc:sldMkLst>
          <pc:docMk/>
          <pc:sldMk cId="4992652" sldId="301"/>
        </pc:sldMkLst>
        <pc:spChg chg="mod">
          <ac:chgData name="JOULIE NATHALIE" userId="9584b74b320a978c" providerId="LiveId" clId="{7039CBBC-CA41-40CA-879F-279CD0053F3D}" dt="2022-11-13T11:02:44.996" v="1450" actId="20577"/>
          <ac:spMkLst>
            <pc:docMk/>
            <pc:sldMk cId="4992652" sldId="301"/>
            <ac:spMk id="5" creationId="{00000000-0000-0000-0000-000000000000}"/>
          </ac:spMkLst>
        </pc:spChg>
        <pc:spChg chg="mod">
          <ac:chgData name="JOULIE NATHALIE" userId="9584b74b320a978c" providerId="LiveId" clId="{7039CBBC-CA41-40CA-879F-279CD0053F3D}" dt="2022-11-14T09:15:01.062" v="2314" actId="20577"/>
          <ac:spMkLst>
            <pc:docMk/>
            <pc:sldMk cId="4992652" sldId="301"/>
            <ac:spMk id="6" creationId="{00000000-0000-0000-0000-000000000000}"/>
          </ac:spMkLst>
        </pc:spChg>
        <pc:graphicFrameChg chg="add mod modGraphic">
          <ac:chgData name="JOULIE NATHALIE" userId="9584b74b320a978c" providerId="LiveId" clId="{7039CBBC-CA41-40CA-879F-279CD0053F3D}" dt="2022-11-13T11:10:52.445" v="1569" actId="1076"/>
          <ac:graphicFrameMkLst>
            <pc:docMk/>
            <pc:sldMk cId="4992652" sldId="301"/>
            <ac:graphicFrameMk id="3" creationId="{4F0E418D-4820-C7F0-986C-7AEAD06DE9F0}"/>
          </ac:graphicFrameMkLst>
        </pc:graphicFrameChg>
      </pc:sldChg>
      <pc:sldChg chg="addSp delSp modSp add mod ord">
        <pc:chgData name="JOULIE NATHALIE" userId="9584b74b320a978c" providerId="LiveId" clId="{7039CBBC-CA41-40CA-879F-279CD0053F3D}" dt="2022-11-17T19:04:36.511" v="2595" actId="14100"/>
        <pc:sldMkLst>
          <pc:docMk/>
          <pc:sldMk cId="1805795534" sldId="302"/>
        </pc:sldMkLst>
        <pc:spChg chg="mod">
          <ac:chgData name="JOULIE NATHALIE" userId="9584b74b320a978c" providerId="LiveId" clId="{7039CBBC-CA41-40CA-879F-279CD0053F3D}" dt="2022-11-13T11:16:03.447" v="1853" actId="20577"/>
          <ac:spMkLst>
            <pc:docMk/>
            <pc:sldMk cId="1805795534" sldId="302"/>
            <ac:spMk id="5" creationId="{00000000-0000-0000-0000-000000000000}"/>
          </ac:spMkLst>
        </pc:spChg>
        <pc:spChg chg="del">
          <ac:chgData name="JOULIE NATHALIE" userId="9584b74b320a978c" providerId="LiveId" clId="{7039CBBC-CA41-40CA-879F-279CD0053F3D}" dt="2022-11-13T11:15:38.270" v="1827" actId="478"/>
          <ac:spMkLst>
            <pc:docMk/>
            <pc:sldMk cId="1805795534" sldId="302"/>
            <ac:spMk id="6" creationId="{00000000-0000-0000-0000-000000000000}"/>
          </ac:spMkLst>
        </pc:spChg>
        <pc:spChg chg="add mod">
          <ac:chgData name="JOULIE NATHALIE" userId="9584b74b320a978c" providerId="LiveId" clId="{7039CBBC-CA41-40CA-879F-279CD0053F3D}" dt="2022-11-17T19:04:23.811" v="2593" actId="1076"/>
          <ac:spMkLst>
            <pc:docMk/>
            <pc:sldMk cId="1805795534" sldId="302"/>
            <ac:spMk id="6" creationId="{A4844018-65D2-CEF9-A532-3502539453F4}"/>
          </ac:spMkLst>
        </pc:spChg>
        <pc:spChg chg="add mod">
          <ac:chgData name="JOULIE NATHALIE" userId="9584b74b320a978c" providerId="LiveId" clId="{7039CBBC-CA41-40CA-879F-279CD0053F3D}" dt="2022-11-17T19:04:36.511" v="2595" actId="14100"/>
          <ac:spMkLst>
            <pc:docMk/>
            <pc:sldMk cId="1805795534" sldId="302"/>
            <ac:spMk id="7" creationId="{7726240A-2923-3866-84F0-B487CF46D330}"/>
          </ac:spMkLst>
        </pc:spChg>
        <pc:picChg chg="add del mod">
          <ac:chgData name="JOULIE NATHALIE" userId="9584b74b320a978c" providerId="LiveId" clId="{7039CBBC-CA41-40CA-879F-279CD0053F3D}" dt="2022-11-14T09:16:24.756" v="2319" actId="478"/>
          <ac:picMkLst>
            <pc:docMk/>
            <pc:sldMk cId="1805795534" sldId="302"/>
            <ac:picMk id="3" creationId="{F2212196-931A-2FC7-FBCB-90E9A02BFC89}"/>
          </ac:picMkLst>
        </pc:picChg>
      </pc:sldChg>
      <pc:sldChg chg="addSp delSp modSp add mod ord">
        <pc:chgData name="JOULIE NATHALIE" userId="9584b74b320a978c" providerId="LiveId" clId="{7039CBBC-CA41-40CA-879F-279CD0053F3D}" dt="2022-11-13T11:22:08.528" v="2105" actId="20577"/>
        <pc:sldMkLst>
          <pc:docMk/>
          <pc:sldMk cId="192379854" sldId="303"/>
        </pc:sldMkLst>
        <pc:spChg chg="add mod">
          <ac:chgData name="JOULIE NATHALIE" userId="9584b74b320a978c" providerId="LiveId" clId="{7039CBBC-CA41-40CA-879F-279CD0053F3D}" dt="2022-11-13T11:21:37.675" v="2091" actId="6549"/>
          <ac:spMkLst>
            <pc:docMk/>
            <pc:sldMk cId="192379854" sldId="303"/>
            <ac:spMk id="3" creationId="{8AFBABF0-8209-FCF6-B387-D787D772CFDA}"/>
          </ac:spMkLst>
        </pc:spChg>
        <pc:spChg chg="mod">
          <ac:chgData name="JOULIE NATHALIE" userId="9584b74b320a978c" providerId="LiveId" clId="{7039CBBC-CA41-40CA-879F-279CD0053F3D}" dt="2022-11-13T11:22:08.528" v="2105" actId="20577"/>
          <ac:spMkLst>
            <pc:docMk/>
            <pc:sldMk cId="192379854" sldId="303"/>
            <ac:spMk id="5" creationId="{00000000-0000-0000-0000-000000000000}"/>
          </ac:spMkLst>
        </pc:spChg>
        <pc:spChg chg="del">
          <ac:chgData name="JOULIE NATHALIE" userId="9584b74b320a978c" providerId="LiveId" clId="{7039CBBC-CA41-40CA-879F-279CD0053F3D}" dt="2022-11-13T11:21:01.037" v="2016" actId="478"/>
          <ac:spMkLst>
            <pc:docMk/>
            <pc:sldMk cId="192379854" sldId="303"/>
            <ac:spMk id="6" creationId="{00000000-0000-0000-0000-000000000000}"/>
          </ac:spMkLst>
        </pc:spChg>
        <pc:picChg chg="add mod">
          <ac:chgData name="JOULIE NATHALIE" userId="9584b74b320a978c" providerId="LiveId" clId="{7039CBBC-CA41-40CA-879F-279CD0053F3D}" dt="2022-11-13T11:21:48.849" v="2092"/>
          <ac:picMkLst>
            <pc:docMk/>
            <pc:sldMk cId="192379854" sldId="303"/>
            <ac:picMk id="7" creationId="{C2587E42-F6A8-62CB-8FA0-356269074C28}"/>
          </ac:picMkLst>
        </pc:picChg>
      </pc:sldChg>
      <pc:sldChg chg="addSp delSp modSp add mod">
        <pc:chgData name="JOULIE NATHALIE" userId="9584b74b320a978c" providerId="LiveId" clId="{7039CBBC-CA41-40CA-879F-279CD0053F3D}" dt="2022-11-13T11:21:29.570" v="2090" actId="6549"/>
        <pc:sldMkLst>
          <pc:docMk/>
          <pc:sldMk cId="3366160906" sldId="304"/>
        </pc:sldMkLst>
        <pc:spChg chg="add mod">
          <ac:chgData name="JOULIE NATHALIE" userId="9584b74b320a978c" providerId="LiveId" clId="{7039CBBC-CA41-40CA-879F-279CD0053F3D}" dt="2022-11-13T11:21:29.570" v="2090" actId="6549"/>
          <ac:spMkLst>
            <pc:docMk/>
            <pc:sldMk cId="3366160906" sldId="304"/>
            <ac:spMk id="6" creationId="{AA1EF1BF-080F-5E34-7EE2-DB662D6E8CC6}"/>
          </ac:spMkLst>
        </pc:spChg>
        <pc:picChg chg="del">
          <ac:chgData name="JOULIE NATHALIE" userId="9584b74b320a978c" providerId="LiveId" clId="{7039CBBC-CA41-40CA-879F-279CD0053F3D}" dt="2022-11-13T11:16:10.153" v="1855" actId="478"/>
          <ac:picMkLst>
            <pc:docMk/>
            <pc:sldMk cId="3366160906" sldId="304"/>
            <ac:picMk id="3" creationId="{F2212196-931A-2FC7-FBCB-90E9A02BFC89}"/>
          </ac:picMkLst>
        </pc:picChg>
        <pc:picChg chg="add mod">
          <ac:chgData name="JOULIE NATHALIE" userId="9584b74b320a978c" providerId="LiveId" clId="{7039CBBC-CA41-40CA-879F-279CD0053F3D}" dt="2022-11-13T11:19:40.092" v="2009" actId="1076"/>
          <ac:picMkLst>
            <pc:docMk/>
            <pc:sldMk cId="3366160906" sldId="304"/>
            <ac:picMk id="7" creationId="{2DE2FA0D-CD10-6E61-5BC0-4CC4F3A9C366}"/>
          </ac:picMkLst>
        </pc:picChg>
      </pc:sldChg>
      <pc:sldChg chg="delSp">
        <pc:chgData name="JOULIE NATHALIE" userId="9584b74b320a978c" providerId="LiveId" clId="{7039CBBC-CA41-40CA-879F-279CD0053F3D}" dt="2022-11-13T11:38:26.589" v="2252"/>
        <pc:sldMkLst>
          <pc:docMk/>
          <pc:sldMk cId="0" sldId="317"/>
        </pc:sldMkLst>
        <pc:spChg chg="del">
          <ac:chgData name="JOULIE NATHALIE" userId="9584b74b320a978c" providerId="LiveId" clId="{7039CBBC-CA41-40CA-879F-279CD0053F3D}" dt="2022-11-13T11:38:15.024" v="2251"/>
          <ac:spMkLst>
            <pc:docMk/>
            <pc:sldMk cId="0" sldId="317"/>
            <ac:spMk id="2" creationId="{9E518152-3DDA-420A-B793-714D0F8E1D81}"/>
          </ac:spMkLst>
        </pc:spChg>
        <pc:spChg chg="del">
          <ac:chgData name="JOULIE NATHALIE" userId="9584b74b320a978c" providerId="LiveId" clId="{7039CBBC-CA41-40CA-879F-279CD0053F3D}" dt="2022-11-13T11:38:26.589" v="2252"/>
          <ac:spMkLst>
            <pc:docMk/>
            <pc:sldMk cId="0" sldId="317"/>
            <ac:spMk id="3" creationId="{5E82997F-E917-B9E2-228B-8D8B49B57294}"/>
          </ac:spMkLst>
        </pc:spChg>
      </pc:sldChg>
      <pc:sldChg chg="addSp delSp modSp mod">
        <pc:chgData name="JOULIE NATHALIE" userId="9584b74b320a978c" providerId="LiveId" clId="{7039CBBC-CA41-40CA-879F-279CD0053F3D}" dt="2022-11-13T11:45:15.642" v="2272" actId="1076"/>
        <pc:sldMkLst>
          <pc:docMk/>
          <pc:sldMk cId="0" sldId="349"/>
        </pc:sldMkLst>
        <pc:spChg chg="mod">
          <ac:chgData name="JOULIE NATHALIE" userId="9584b74b320a978c" providerId="LiveId" clId="{7039CBBC-CA41-40CA-879F-279CD0053F3D}" dt="2022-11-13T11:40:36.494" v="2253" actId="207"/>
          <ac:spMkLst>
            <pc:docMk/>
            <pc:sldMk cId="0" sldId="349"/>
            <ac:spMk id="98306" creationId="{A0BFBEB4-6E87-427C-B761-956DB6A8483F}"/>
          </ac:spMkLst>
        </pc:spChg>
        <pc:graphicFrameChg chg="modGraphic">
          <ac:chgData name="JOULIE NATHALIE" userId="9584b74b320a978c" providerId="LiveId" clId="{7039CBBC-CA41-40CA-879F-279CD0053F3D}" dt="2022-11-13T11:40:47.269" v="2254" actId="207"/>
          <ac:graphicFrameMkLst>
            <pc:docMk/>
            <pc:sldMk cId="0" sldId="349"/>
            <ac:graphicFrameMk id="4" creationId="{93197BE1-3A93-46B1-A85E-70BAB3F69A1C}"/>
          </ac:graphicFrameMkLst>
        </pc:graphicFrameChg>
        <pc:picChg chg="add mod">
          <ac:chgData name="JOULIE NATHALIE" userId="9584b74b320a978c" providerId="LiveId" clId="{7039CBBC-CA41-40CA-879F-279CD0053F3D}" dt="2022-11-13T11:45:15.642" v="2272" actId="1076"/>
          <ac:picMkLst>
            <pc:docMk/>
            <pc:sldMk cId="0" sldId="349"/>
            <ac:picMk id="2" creationId="{D3248DBC-51E4-3CF2-A324-4FF2EE86586A}"/>
          </ac:picMkLst>
        </pc:picChg>
        <pc:picChg chg="del">
          <ac:chgData name="JOULIE NATHALIE" userId="9584b74b320a978c" providerId="LiveId" clId="{7039CBBC-CA41-40CA-879F-279CD0053F3D}" dt="2022-11-13T11:44:44.509" v="2265" actId="478"/>
          <ac:picMkLst>
            <pc:docMk/>
            <pc:sldMk cId="0" sldId="349"/>
            <ac:picMk id="98324" creationId="{AAE61A53-F382-4A7A-842D-34C25418931E}"/>
          </ac:picMkLst>
        </pc:picChg>
      </pc:sldChg>
      <pc:sldChg chg="addSp delSp modSp mod">
        <pc:chgData name="JOULIE NATHALIE" userId="9584b74b320a978c" providerId="LiveId" clId="{7039CBBC-CA41-40CA-879F-279CD0053F3D}" dt="2022-11-13T11:45:32.232" v="2274" actId="1076"/>
        <pc:sldMkLst>
          <pc:docMk/>
          <pc:sldMk cId="0" sldId="350"/>
        </pc:sldMkLst>
        <pc:spChg chg="mod">
          <ac:chgData name="JOULIE NATHALIE" userId="9584b74b320a978c" providerId="LiveId" clId="{7039CBBC-CA41-40CA-879F-279CD0053F3D}" dt="2022-11-13T11:43:08.374" v="2255" actId="207"/>
          <ac:spMkLst>
            <pc:docMk/>
            <pc:sldMk cId="0" sldId="350"/>
            <ac:spMk id="99330" creationId="{41259842-CA0C-41CA-8348-10BB0413E5D2}"/>
          </ac:spMkLst>
        </pc:spChg>
        <pc:grpChg chg="del">
          <ac:chgData name="JOULIE NATHALIE" userId="9584b74b320a978c" providerId="LiveId" clId="{7039CBBC-CA41-40CA-879F-279CD0053F3D}" dt="2022-11-13T11:44:47.024" v="2266" actId="478"/>
          <ac:grpSpMkLst>
            <pc:docMk/>
            <pc:sldMk cId="0" sldId="350"/>
            <ac:grpSpMk id="99348" creationId="{A2380633-5043-4DD9-999F-5762ECA3AED2}"/>
          </ac:grpSpMkLst>
        </pc:grpChg>
        <pc:graphicFrameChg chg="modGraphic">
          <ac:chgData name="JOULIE NATHALIE" userId="9584b74b320a978c" providerId="LiveId" clId="{7039CBBC-CA41-40CA-879F-279CD0053F3D}" dt="2022-11-13T11:43:56.649" v="2260" actId="207"/>
          <ac:graphicFrameMkLst>
            <pc:docMk/>
            <pc:sldMk cId="0" sldId="350"/>
            <ac:graphicFrameMk id="4" creationId="{0EAFF1F9-38E7-4501-A8F3-E2B70D3298F5}"/>
          </ac:graphicFrameMkLst>
        </pc:graphicFrameChg>
        <pc:picChg chg="add mod">
          <ac:chgData name="JOULIE NATHALIE" userId="9584b74b320a978c" providerId="LiveId" clId="{7039CBBC-CA41-40CA-879F-279CD0053F3D}" dt="2022-11-13T11:45:32.232" v="2274" actId="1076"/>
          <ac:picMkLst>
            <pc:docMk/>
            <pc:sldMk cId="0" sldId="350"/>
            <ac:picMk id="2" creationId="{D1DAD722-2BEC-EA8C-F80E-A3519D6C1742}"/>
          </ac:picMkLst>
        </pc:picChg>
      </pc:sldChg>
      <pc:sldChg chg="addSp delSp modSp mod">
        <pc:chgData name="JOULIE NATHALIE" userId="9584b74b320a978c" providerId="LiveId" clId="{7039CBBC-CA41-40CA-879F-279CD0053F3D}" dt="2022-11-13T11:47:26.090" v="2286" actId="1076"/>
        <pc:sldMkLst>
          <pc:docMk/>
          <pc:sldMk cId="0" sldId="351"/>
        </pc:sldMkLst>
        <pc:spChg chg="mod">
          <ac:chgData name="JOULIE NATHALIE" userId="9584b74b320a978c" providerId="LiveId" clId="{7039CBBC-CA41-40CA-879F-279CD0053F3D}" dt="2022-11-13T11:43:21.686" v="2256" actId="207"/>
          <ac:spMkLst>
            <pc:docMk/>
            <pc:sldMk cId="0" sldId="351"/>
            <ac:spMk id="100354" creationId="{20F48090-CACF-4BB9-9B34-3E4ABDACF59A}"/>
          </ac:spMkLst>
        </pc:spChg>
        <pc:grpChg chg="del">
          <ac:chgData name="JOULIE NATHALIE" userId="9584b74b320a978c" providerId="LiveId" clId="{7039CBBC-CA41-40CA-879F-279CD0053F3D}" dt="2022-11-13T11:44:49.531" v="2267" actId="478"/>
          <ac:grpSpMkLst>
            <pc:docMk/>
            <pc:sldMk cId="0" sldId="351"/>
            <ac:grpSpMk id="100355" creationId="{D7103990-2DF8-4B05-B602-0D2B1918EC57}"/>
          </ac:grpSpMkLst>
        </pc:grpChg>
        <pc:graphicFrameChg chg="modGraphic">
          <ac:chgData name="JOULIE NATHALIE" userId="9584b74b320a978c" providerId="LiveId" clId="{7039CBBC-CA41-40CA-879F-279CD0053F3D}" dt="2022-11-13T11:44:11.086" v="2261" actId="207"/>
          <ac:graphicFrameMkLst>
            <pc:docMk/>
            <pc:sldMk cId="0" sldId="351"/>
            <ac:graphicFrameMk id="7" creationId="{CA2EE749-4384-478E-8A97-3D3F9522ED9B}"/>
          </ac:graphicFrameMkLst>
        </pc:graphicFrameChg>
        <pc:picChg chg="add mod">
          <ac:chgData name="JOULIE NATHALIE" userId="9584b74b320a978c" providerId="LiveId" clId="{7039CBBC-CA41-40CA-879F-279CD0053F3D}" dt="2022-11-13T11:47:26.090" v="2286" actId="1076"/>
          <ac:picMkLst>
            <pc:docMk/>
            <pc:sldMk cId="0" sldId="351"/>
            <ac:picMk id="2" creationId="{B63CFD95-87D0-8C5D-0CB8-17E4EC503AA6}"/>
          </ac:picMkLst>
        </pc:picChg>
      </pc:sldChg>
      <pc:sldChg chg="addSp delSp modSp mod">
        <pc:chgData name="JOULIE NATHALIE" userId="9584b74b320a978c" providerId="LiveId" clId="{7039CBBC-CA41-40CA-879F-279CD0053F3D}" dt="2022-11-13T11:45:59.480" v="2276" actId="1076"/>
        <pc:sldMkLst>
          <pc:docMk/>
          <pc:sldMk cId="0" sldId="352"/>
        </pc:sldMkLst>
        <pc:spChg chg="mod">
          <ac:chgData name="JOULIE NATHALIE" userId="9584b74b320a978c" providerId="LiveId" clId="{7039CBBC-CA41-40CA-879F-279CD0053F3D}" dt="2022-11-13T11:43:28.302" v="2257" actId="207"/>
          <ac:spMkLst>
            <pc:docMk/>
            <pc:sldMk cId="0" sldId="352"/>
            <ac:spMk id="101378" creationId="{715EE762-5E3B-4DC4-94CF-C270C0EA37FD}"/>
          </ac:spMkLst>
        </pc:spChg>
        <pc:graphicFrameChg chg="modGraphic">
          <ac:chgData name="JOULIE NATHALIE" userId="9584b74b320a978c" providerId="LiveId" clId="{7039CBBC-CA41-40CA-879F-279CD0053F3D}" dt="2022-11-13T11:44:22.424" v="2262" actId="207"/>
          <ac:graphicFrameMkLst>
            <pc:docMk/>
            <pc:sldMk cId="0" sldId="352"/>
            <ac:graphicFrameMk id="5" creationId="{08ECADDB-7941-4B6A-80F5-DB9D624BB428}"/>
          </ac:graphicFrameMkLst>
        </pc:graphicFrameChg>
        <pc:picChg chg="add mod">
          <ac:chgData name="JOULIE NATHALIE" userId="9584b74b320a978c" providerId="LiveId" clId="{7039CBBC-CA41-40CA-879F-279CD0053F3D}" dt="2022-11-13T11:45:59.480" v="2276" actId="1076"/>
          <ac:picMkLst>
            <pc:docMk/>
            <pc:sldMk cId="0" sldId="352"/>
            <ac:picMk id="2" creationId="{C3B70209-C9BD-4393-F42C-A3944E7B04E2}"/>
          </ac:picMkLst>
        </pc:picChg>
        <pc:picChg chg="del">
          <ac:chgData name="JOULIE NATHALIE" userId="9584b74b320a978c" providerId="LiveId" clId="{7039CBBC-CA41-40CA-879F-279CD0053F3D}" dt="2022-11-13T11:44:52.552" v="2268" actId="478"/>
          <ac:picMkLst>
            <pc:docMk/>
            <pc:sldMk cId="0" sldId="352"/>
            <ac:picMk id="101379" creationId="{18CBC7F9-0805-45AB-832F-3055D585FF2F}"/>
          </ac:picMkLst>
        </pc:picChg>
      </pc:sldChg>
      <pc:sldChg chg="addSp delSp modSp mod">
        <pc:chgData name="JOULIE NATHALIE" userId="9584b74b320a978c" providerId="LiveId" clId="{7039CBBC-CA41-40CA-879F-279CD0053F3D}" dt="2022-11-13T11:46:26.538" v="2279" actId="1076"/>
        <pc:sldMkLst>
          <pc:docMk/>
          <pc:sldMk cId="0" sldId="353"/>
        </pc:sldMkLst>
        <pc:spChg chg="mod">
          <ac:chgData name="JOULIE NATHALIE" userId="9584b74b320a978c" providerId="LiveId" clId="{7039CBBC-CA41-40CA-879F-279CD0053F3D}" dt="2022-11-13T11:43:33.853" v="2258" actId="207"/>
          <ac:spMkLst>
            <pc:docMk/>
            <pc:sldMk cId="0" sldId="353"/>
            <ac:spMk id="102402" creationId="{FCF1FB14-D18E-4D39-9F48-EDF85FCC2AA0}"/>
          </ac:spMkLst>
        </pc:spChg>
        <pc:graphicFrameChg chg="modGraphic">
          <ac:chgData name="JOULIE NATHALIE" userId="9584b74b320a978c" providerId="LiveId" clId="{7039CBBC-CA41-40CA-879F-279CD0053F3D}" dt="2022-11-13T11:44:32.708" v="2263" actId="207"/>
          <ac:graphicFrameMkLst>
            <pc:docMk/>
            <pc:sldMk cId="0" sldId="353"/>
            <ac:graphicFrameMk id="5" creationId="{08F9FCA4-7014-477C-96E9-6979B037A22A}"/>
          </ac:graphicFrameMkLst>
        </pc:graphicFrameChg>
        <pc:picChg chg="add mod">
          <ac:chgData name="JOULIE NATHALIE" userId="9584b74b320a978c" providerId="LiveId" clId="{7039CBBC-CA41-40CA-879F-279CD0053F3D}" dt="2022-11-13T11:46:26.538" v="2279" actId="1076"/>
          <ac:picMkLst>
            <pc:docMk/>
            <pc:sldMk cId="0" sldId="353"/>
            <ac:picMk id="2" creationId="{CEAD433A-7643-0E9A-D095-D70D5B1C0627}"/>
          </ac:picMkLst>
        </pc:picChg>
        <pc:picChg chg="del">
          <ac:chgData name="JOULIE NATHALIE" userId="9584b74b320a978c" providerId="LiveId" clId="{7039CBBC-CA41-40CA-879F-279CD0053F3D}" dt="2022-11-13T11:44:55.678" v="2269" actId="478"/>
          <ac:picMkLst>
            <pc:docMk/>
            <pc:sldMk cId="0" sldId="353"/>
            <ac:picMk id="102403" creationId="{7A5DFA3F-7CE1-4E6C-BB30-E838C30FD3FF}"/>
          </ac:picMkLst>
        </pc:picChg>
      </pc:sldChg>
      <pc:sldChg chg="addSp delSp modSp mod">
        <pc:chgData name="JOULIE NATHALIE" userId="9584b74b320a978c" providerId="LiveId" clId="{7039CBBC-CA41-40CA-879F-279CD0053F3D}" dt="2022-11-13T11:46:46.527" v="2281" actId="1076"/>
        <pc:sldMkLst>
          <pc:docMk/>
          <pc:sldMk cId="0" sldId="354"/>
        </pc:sldMkLst>
        <pc:spChg chg="mod">
          <ac:chgData name="JOULIE NATHALIE" userId="9584b74b320a978c" providerId="LiveId" clId="{7039CBBC-CA41-40CA-879F-279CD0053F3D}" dt="2022-11-13T11:43:39.821" v="2259" actId="207"/>
          <ac:spMkLst>
            <pc:docMk/>
            <pc:sldMk cId="0" sldId="354"/>
            <ac:spMk id="103426" creationId="{352035BD-C739-438C-B94D-092D1C7120F9}"/>
          </ac:spMkLst>
        </pc:spChg>
        <pc:grpChg chg="del">
          <ac:chgData name="JOULIE NATHALIE" userId="9584b74b320a978c" providerId="LiveId" clId="{7039CBBC-CA41-40CA-879F-279CD0053F3D}" dt="2022-11-13T11:44:58.307" v="2270" actId="478"/>
          <ac:grpSpMkLst>
            <pc:docMk/>
            <pc:sldMk cId="0" sldId="354"/>
            <ac:grpSpMk id="103427" creationId="{83176896-EBEC-4E36-950F-E2EE4EA67094}"/>
          </ac:grpSpMkLst>
        </pc:grpChg>
        <pc:graphicFrameChg chg="modGraphic">
          <ac:chgData name="JOULIE NATHALIE" userId="9584b74b320a978c" providerId="LiveId" clId="{7039CBBC-CA41-40CA-879F-279CD0053F3D}" dt="2022-11-13T11:44:40.335" v="2264" actId="207"/>
          <ac:graphicFrameMkLst>
            <pc:docMk/>
            <pc:sldMk cId="0" sldId="354"/>
            <ac:graphicFrameMk id="7" creationId="{08798D86-DC8E-48BA-84BB-54EF8BB1437A}"/>
          </ac:graphicFrameMkLst>
        </pc:graphicFrameChg>
        <pc:picChg chg="add mod">
          <ac:chgData name="JOULIE NATHALIE" userId="9584b74b320a978c" providerId="LiveId" clId="{7039CBBC-CA41-40CA-879F-279CD0053F3D}" dt="2022-11-13T11:46:46.527" v="2281" actId="1076"/>
          <ac:picMkLst>
            <pc:docMk/>
            <pc:sldMk cId="0" sldId="354"/>
            <ac:picMk id="2" creationId="{B7B8F79F-F13F-AD7F-4B41-0AFB8CDDB421}"/>
          </ac:picMkLst>
        </pc:picChg>
      </pc:sldChg>
      <pc:sldChg chg="delSp del mod">
        <pc:chgData name="JOULIE NATHALIE" userId="9584b74b320a978c" providerId="LiveId" clId="{7039CBBC-CA41-40CA-879F-279CD0053F3D}" dt="2022-11-13T11:49:27.601" v="2288" actId="2696"/>
        <pc:sldMkLst>
          <pc:docMk/>
          <pc:sldMk cId="2132135442" sldId="2605"/>
        </pc:sldMkLst>
        <pc:picChg chg="del">
          <ac:chgData name="JOULIE NATHALIE" userId="9584b74b320a978c" providerId="LiveId" clId="{7039CBBC-CA41-40CA-879F-279CD0053F3D}" dt="2022-11-13T11:25:48.773" v="2210" actId="21"/>
          <ac:picMkLst>
            <pc:docMk/>
            <pc:sldMk cId="2132135442" sldId="2605"/>
            <ac:picMk id="21" creationId="{7B563B5A-FFC6-47A6-A2DB-E086FE12F7BF}"/>
          </ac:picMkLst>
        </pc:picChg>
      </pc:sldChg>
      <pc:sldChg chg="add del">
        <pc:chgData name="JOULIE NATHALIE" userId="9584b74b320a978c" providerId="LiveId" clId="{7039CBBC-CA41-40CA-879F-279CD0053F3D}" dt="2022-11-17T19:05:33.191" v="2597" actId="2696"/>
        <pc:sldMkLst>
          <pc:docMk/>
          <pc:sldMk cId="3558770266" sldId="2606"/>
        </pc:sldMkLst>
      </pc:sldChg>
      <pc:sldChg chg="addSp delSp modSp add mod">
        <pc:chgData name="JOULIE NATHALIE" userId="9584b74b320a978c" providerId="LiveId" clId="{7039CBBC-CA41-40CA-879F-279CD0053F3D}" dt="2022-11-13T11:33:59.182" v="2242" actId="14100"/>
        <pc:sldMkLst>
          <pc:docMk/>
          <pc:sldMk cId="2267493285" sldId="2607"/>
        </pc:sldMkLst>
        <pc:spChg chg="add mod">
          <ac:chgData name="JOULIE NATHALIE" userId="9584b74b320a978c" providerId="LiveId" clId="{7039CBBC-CA41-40CA-879F-279CD0053F3D}" dt="2022-11-13T11:28:33.463" v="2239" actId="207"/>
          <ac:spMkLst>
            <pc:docMk/>
            <pc:sldMk cId="2267493285" sldId="2607"/>
            <ac:spMk id="3" creationId="{49DE0617-DD34-86EA-EF71-5EC4B0F7D7D6}"/>
          </ac:spMkLst>
        </pc:spChg>
        <pc:spChg chg="mod">
          <ac:chgData name="JOULIE NATHALIE" userId="9584b74b320a978c" providerId="LiveId" clId="{7039CBBC-CA41-40CA-879F-279CD0053F3D}" dt="2022-11-13T11:28:11.354" v="2237" actId="20577"/>
          <ac:spMkLst>
            <pc:docMk/>
            <pc:sldMk cId="2267493285" sldId="2607"/>
            <ac:spMk id="5" creationId="{00000000-0000-0000-0000-000000000000}"/>
          </ac:spMkLst>
        </pc:spChg>
        <pc:spChg chg="del">
          <ac:chgData name="JOULIE NATHALIE" userId="9584b74b320a978c" providerId="LiveId" clId="{7039CBBC-CA41-40CA-879F-279CD0053F3D}" dt="2022-11-13T11:27:57.486" v="2221" actId="478"/>
          <ac:spMkLst>
            <pc:docMk/>
            <pc:sldMk cId="2267493285" sldId="2607"/>
            <ac:spMk id="6" creationId="{00000000-0000-0000-0000-000000000000}"/>
          </ac:spMkLst>
        </pc:spChg>
        <pc:picChg chg="add mod">
          <ac:chgData name="JOULIE NATHALIE" userId="9584b74b320a978c" providerId="LiveId" clId="{7039CBBC-CA41-40CA-879F-279CD0053F3D}" dt="2022-11-13T11:33:59.182" v="2242" actId="14100"/>
          <ac:picMkLst>
            <pc:docMk/>
            <pc:sldMk cId="2267493285" sldId="2607"/>
            <ac:picMk id="1026" creationId="{CB4476BA-5292-D450-9FD0-9F321A5D6259}"/>
          </ac:picMkLst>
        </pc:picChg>
      </pc:sldChg>
      <pc:sldChg chg="add">
        <pc:chgData name="JOULIE NATHALIE" userId="9584b74b320a978c" providerId="LiveId" clId="{7039CBBC-CA41-40CA-879F-279CD0053F3D}" dt="2022-11-14T09:15:31.499" v="2315" actId="2890"/>
        <pc:sldMkLst>
          <pc:docMk/>
          <pc:sldMk cId="2882698859" sldId="2608"/>
        </pc:sldMkLst>
      </pc:sldChg>
      <pc:sldChg chg="add del">
        <pc:chgData name="JOULIE NATHALIE" userId="9584b74b320a978c" providerId="LiveId" clId="{7039CBBC-CA41-40CA-879F-279CD0053F3D}" dt="2022-11-17T19:04:45.487" v="2596" actId="2696"/>
        <pc:sldMkLst>
          <pc:docMk/>
          <pc:sldMk cId="3918037439" sldId="2609"/>
        </pc:sldMkLst>
      </pc:sldChg>
      <pc:sldMasterChg chg="delSldLayout">
        <pc:chgData name="JOULIE NATHALIE" userId="9584b74b320a978c" providerId="LiveId" clId="{7039CBBC-CA41-40CA-879F-279CD0053F3D}" dt="2022-11-13T11:49:27.601" v="2288" actId="2696"/>
        <pc:sldMasterMkLst>
          <pc:docMk/>
          <pc:sldMasterMk cId="760433466" sldId="2147483648"/>
        </pc:sldMasterMkLst>
        <pc:sldLayoutChg chg="del">
          <pc:chgData name="JOULIE NATHALIE" userId="9584b74b320a978c" providerId="LiveId" clId="{7039CBBC-CA41-40CA-879F-279CD0053F3D}" dt="2022-11-13T11:49:27.601" v="2288" actId="2696"/>
          <pc:sldLayoutMkLst>
            <pc:docMk/>
            <pc:sldMasterMk cId="760433466" sldId="2147483648"/>
            <pc:sldLayoutMk cId="1208532638" sldId="214748366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452DF3-6980-4BC6-91AA-322FF471E0F7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4F0D9E7-FB5C-4AF0-98F8-98584F51CD56}">
      <dgm:prSet phldrT="[Texte]"/>
      <dgm:spPr>
        <a:solidFill>
          <a:srgbClr val="F06722"/>
        </a:solidFill>
      </dgm:spPr>
      <dgm:t>
        <a:bodyPr/>
        <a:lstStyle/>
        <a:p>
          <a:r>
            <a:rPr lang="fr-FR" b="1" dirty="0"/>
            <a:t>Communication</a:t>
          </a:r>
        </a:p>
      </dgm:t>
    </dgm:pt>
    <dgm:pt modelId="{35865E4F-3830-4EE0-98C3-DE23A6FE20F8}" type="parTrans" cxnId="{3D3697BA-3BD7-4E5A-B6A2-C1B6DE4021E5}">
      <dgm:prSet/>
      <dgm:spPr/>
      <dgm:t>
        <a:bodyPr/>
        <a:lstStyle/>
        <a:p>
          <a:endParaRPr lang="fr-FR"/>
        </a:p>
      </dgm:t>
    </dgm:pt>
    <dgm:pt modelId="{2904F17E-71CF-4FC5-A1A5-B81604CA05BE}" type="sibTrans" cxnId="{3D3697BA-3BD7-4E5A-B6A2-C1B6DE4021E5}">
      <dgm:prSet/>
      <dgm:spPr/>
      <dgm:t>
        <a:bodyPr/>
        <a:lstStyle/>
        <a:p>
          <a:endParaRPr lang="fr-FR"/>
        </a:p>
      </dgm:t>
    </dgm:pt>
    <dgm:pt modelId="{CA34D8AC-96DA-4AC0-9836-FE59663EA090}">
      <dgm:prSet phldrT="[Texte]"/>
      <dgm:spPr/>
      <dgm:t>
        <a:bodyPr/>
        <a:lstStyle/>
        <a:p>
          <a:pPr rtl="0"/>
          <a:r>
            <a:rPr lang="fr-FR" b="1" dirty="0"/>
            <a:t>Organiser</a:t>
          </a:r>
        </a:p>
      </dgm:t>
    </dgm:pt>
    <dgm:pt modelId="{E729BE17-7A04-40A4-83F1-9B81A94DD756}" type="parTrans" cxnId="{0175EF57-BD13-41EC-A59B-B4EFEFAD1E95}">
      <dgm:prSet/>
      <dgm:spPr/>
      <dgm:t>
        <a:bodyPr/>
        <a:lstStyle/>
        <a:p>
          <a:endParaRPr lang="fr-FR"/>
        </a:p>
      </dgm:t>
    </dgm:pt>
    <dgm:pt modelId="{4115356E-D162-4DC2-BAF5-58F52A2B2534}" type="sibTrans" cxnId="{0175EF57-BD13-41EC-A59B-B4EFEFAD1E95}">
      <dgm:prSet/>
      <dgm:spPr/>
      <dgm:t>
        <a:bodyPr/>
        <a:lstStyle/>
        <a:p>
          <a:endParaRPr lang="fr-FR"/>
        </a:p>
      </dgm:t>
    </dgm:pt>
    <dgm:pt modelId="{CAD0D6AF-265F-46BF-9314-4E006D0E9C1D}">
      <dgm:prSet phldrT="[Texte]"/>
      <dgm:spPr/>
      <dgm:t>
        <a:bodyPr/>
        <a:lstStyle/>
        <a:p>
          <a:r>
            <a:rPr lang="fr-FR" b="1" dirty="0"/>
            <a:t>Décider</a:t>
          </a:r>
        </a:p>
      </dgm:t>
    </dgm:pt>
    <dgm:pt modelId="{A7A2D295-53BF-4DEE-BF22-E0FB9BBD34E7}" type="parTrans" cxnId="{54C944E2-F305-482F-AB2C-7B0AE6266BB1}">
      <dgm:prSet/>
      <dgm:spPr/>
      <dgm:t>
        <a:bodyPr/>
        <a:lstStyle/>
        <a:p>
          <a:endParaRPr lang="fr-FR"/>
        </a:p>
      </dgm:t>
    </dgm:pt>
    <dgm:pt modelId="{F3F50354-77B4-4537-A171-E22EA9BA4BD9}" type="sibTrans" cxnId="{54C944E2-F305-482F-AB2C-7B0AE6266BB1}">
      <dgm:prSet/>
      <dgm:spPr/>
      <dgm:t>
        <a:bodyPr/>
        <a:lstStyle/>
        <a:p>
          <a:endParaRPr lang="fr-FR"/>
        </a:p>
      </dgm:t>
    </dgm:pt>
    <dgm:pt modelId="{29887302-5199-48DB-959A-4C4E44D824F8}">
      <dgm:prSet phldrT="[Texte]"/>
      <dgm:spPr/>
      <dgm:t>
        <a:bodyPr/>
        <a:lstStyle/>
        <a:p>
          <a:r>
            <a:rPr lang="fr-FR" b="1" dirty="0"/>
            <a:t>Animer</a:t>
          </a:r>
        </a:p>
      </dgm:t>
    </dgm:pt>
    <dgm:pt modelId="{BE12DB0F-4AEB-4322-9BA9-A7456E3DB0CB}" type="parTrans" cxnId="{69A40432-1838-41B3-A512-FE7B588710A2}">
      <dgm:prSet/>
      <dgm:spPr/>
      <dgm:t>
        <a:bodyPr/>
        <a:lstStyle/>
        <a:p>
          <a:endParaRPr lang="fr-FR"/>
        </a:p>
      </dgm:t>
    </dgm:pt>
    <dgm:pt modelId="{F1E5A333-EE88-4586-AA6C-0CB3E8856565}" type="sibTrans" cxnId="{69A40432-1838-41B3-A512-FE7B588710A2}">
      <dgm:prSet/>
      <dgm:spPr/>
      <dgm:t>
        <a:bodyPr/>
        <a:lstStyle/>
        <a:p>
          <a:endParaRPr lang="fr-FR"/>
        </a:p>
      </dgm:t>
    </dgm:pt>
    <dgm:pt modelId="{96A413C6-92BF-47FB-94F3-C5DA72F42695}">
      <dgm:prSet phldrT="[Texte]"/>
      <dgm:spPr/>
      <dgm:t>
        <a:bodyPr/>
        <a:lstStyle/>
        <a:p>
          <a:r>
            <a:rPr lang="fr-FR" b="1" dirty="0"/>
            <a:t>Contrôler</a:t>
          </a:r>
        </a:p>
      </dgm:t>
    </dgm:pt>
    <dgm:pt modelId="{EEEB61F9-985C-4394-98A1-B581FFEAA18A}" type="parTrans" cxnId="{52E177EF-2395-4BD3-B978-40F832360B16}">
      <dgm:prSet/>
      <dgm:spPr/>
      <dgm:t>
        <a:bodyPr/>
        <a:lstStyle/>
        <a:p>
          <a:endParaRPr lang="fr-FR"/>
        </a:p>
      </dgm:t>
    </dgm:pt>
    <dgm:pt modelId="{EE761C67-3E22-4B5E-99D2-80321DF52168}" type="sibTrans" cxnId="{52E177EF-2395-4BD3-B978-40F832360B16}">
      <dgm:prSet/>
      <dgm:spPr/>
      <dgm:t>
        <a:bodyPr/>
        <a:lstStyle/>
        <a:p>
          <a:endParaRPr lang="fr-FR"/>
        </a:p>
      </dgm:t>
    </dgm:pt>
    <dgm:pt modelId="{6634B19C-271B-45CC-B991-DF2A1E0E438B}">
      <dgm:prSet phldrT="[Texte]"/>
      <dgm:spPr/>
      <dgm:t>
        <a:bodyPr/>
        <a:lstStyle/>
        <a:p>
          <a:r>
            <a:rPr lang="fr-FR" b="1" dirty="0"/>
            <a:t>Anticiper</a:t>
          </a:r>
        </a:p>
      </dgm:t>
    </dgm:pt>
    <dgm:pt modelId="{4BF22DF0-B912-4841-8C27-E7300C004007}" type="parTrans" cxnId="{1F051439-99E6-4778-BB05-5F58F26995F3}">
      <dgm:prSet/>
      <dgm:spPr/>
      <dgm:t>
        <a:bodyPr/>
        <a:lstStyle/>
        <a:p>
          <a:endParaRPr lang="fr-FR"/>
        </a:p>
      </dgm:t>
    </dgm:pt>
    <dgm:pt modelId="{246CB17C-B623-41EB-B744-80BD51B76117}" type="sibTrans" cxnId="{1F051439-99E6-4778-BB05-5F58F26995F3}">
      <dgm:prSet/>
      <dgm:spPr/>
      <dgm:t>
        <a:bodyPr/>
        <a:lstStyle/>
        <a:p>
          <a:endParaRPr lang="fr-FR"/>
        </a:p>
      </dgm:t>
    </dgm:pt>
    <dgm:pt modelId="{6173C03B-B5AA-4811-B937-87F2A152849B}" type="pres">
      <dgm:prSet presAssocID="{AB452DF3-6980-4BC6-91AA-322FF471E0F7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AC85B83-CF2F-42E5-B373-E130154C2340}" type="pres">
      <dgm:prSet presAssocID="{14F0D9E7-FB5C-4AF0-98F8-98584F51CD56}" presName="centerShape" presStyleLbl="node0" presStyleIdx="0" presStyleCnt="1"/>
      <dgm:spPr/>
    </dgm:pt>
    <dgm:pt modelId="{B212494E-3FE5-47E8-9D74-21856E976B65}" type="pres">
      <dgm:prSet presAssocID="{CA34D8AC-96DA-4AC0-9836-FE59663EA090}" presName="node" presStyleLbl="node1" presStyleIdx="0" presStyleCnt="5">
        <dgm:presLayoutVars>
          <dgm:bulletEnabled val="1"/>
        </dgm:presLayoutVars>
      </dgm:prSet>
      <dgm:spPr/>
    </dgm:pt>
    <dgm:pt modelId="{AA5DD1E6-63FD-4F99-8062-F84BA9680F6C}" type="pres">
      <dgm:prSet presAssocID="{CA34D8AC-96DA-4AC0-9836-FE59663EA090}" presName="dummy" presStyleCnt="0"/>
      <dgm:spPr/>
    </dgm:pt>
    <dgm:pt modelId="{CA34517D-73CF-4312-9253-5DD0CD7FE7C2}" type="pres">
      <dgm:prSet presAssocID="{4115356E-D162-4DC2-BAF5-58F52A2B2534}" presName="sibTrans" presStyleLbl="sibTrans2D1" presStyleIdx="0" presStyleCnt="5"/>
      <dgm:spPr/>
    </dgm:pt>
    <dgm:pt modelId="{C681C218-F201-401A-8BD7-6A71328C0C62}" type="pres">
      <dgm:prSet presAssocID="{CAD0D6AF-265F-46BF-9314-4E006D0E9C1D}" presName="node" presStyleLbl="node1" presStyleIdx="1" presStyleCnt="5">
        <dgm:presLayoutVars>
          <dgm:bulletEnabled val="1"/>
        </dgm:presLayoutVars>
      </dgm:prSet>
      <dgm:spPr/>
    </dgm:pt>
    <dgm:pt modelId="{E37E16A8-1A85-4560-A85B-163584C55E4D}" type="pres">
      <dgm:prSet presAssocID="{CAD0D6AF-265F-46BF-9314-4E006D0E9C1D}" presName="dummy" presStyleCnt="0"/>
      <dgm:spPr/>
    </dgm:pt>
    <dgm:pt modelId="{B215E6AF-9D55-428A-956F-9C9E1AE58716}" type="pres">
      <dgm:prSet presAssocID="{F3F50354-77B4-4537-A171-E22EA9BA4BD9}" presName="sibTrans" presStyleLbl="sibTrans2D1" presStyleIdx="1" presStyleCnt="5"/>
      <dgm:spPr/>
    </dgm:pt>
    <dgm:pt modelId="{87BE9A3D-E490-41BF-8CE7-A193CAE31566}" type="pres">
      <dgm:prSet presAssocID="{29887302-5199-48DB-959A-4C4E44D824F8}" presName="node" presStyleLbl="node1" presStyleIdx="2" presStyleCnt="5">
        <dgm:presLayoutVars>
          <dgm:bulletEnabled val="1"/>
        </dgm:presLayoutVars>
      </dgm:prSet>
      <dgm:spPr/>
    </dgm:pt>
    <dgm:pt modelId="{0B7B1BB6-135B-47FD-AED2-E837C4268622}" type="pres">
      <dgm:prSet presAssocID="{29887302-5199-48DB-959A-4C4E44D824F8}" presName="dummy" presStyleCnt="0"/>
      <dgm:spPr/>
    </dgm:pt>
    <dgm:pt modelId="{EE29841B-4AFE-4035-B3E1-35BD478EA583}" type="pres">
      <dgm:prSet presAssocID="{F1E5A333-EE88-4586-AA6C-0CB3E8856565}" presName="sibTrans" presStyleLbl="sibTrans2D1" presStyleIdx="2" presStyleCnt="5"/>
      <dgm:spPr/>
    </dgm:pt>
    <dgm:pt modelId="{6EB62C69-A1E5-48C3-AFDB-13F56D0BA0A9}" type="pres">
      <dgm:prSet presAssocID="{96A413C6-92BF-47FB-94F3-C5DA72F42695}" presName="node" presStyleLbl="node1" presStyleIdx="3" presStyleCnt="5">
        <dgm:presLayoutVars>
          <dgm:bulletEnabled val="1"/>
        </dgm:presLayoutVars>
      </dgm:prSet>
      <dgm:spPr/>
    </dgm:pt>
    <dgm:pt modelId="{BD692CE9-0739-4F32-BF48-7DEC8FB4343D}" type="pres">
      <dgm:prSet presAssocID="{96A413C6-92BF-47FB-94F3-C5DA72F42695}" presName="dummy" presStyleCnt="0"/>
      <dgm:spPr/>
    </dgm:pt>
    <dgm:pt modelId="{752EB2F1-24F1-4BFC-B9DF-375F0AA2EF90}" type="pres">
      <dgm:prSet presAssocID="{EE761C67-3E22-4B5E-99D2-80321DF52168}" presName="sibTrans" presStyleLbl="sibTrans2D1" presStyleIdx="3" presStyleCnt="5"/>
      <dgm:spPr/>
    </dgm:pt>
    <dgm:pt modelId="{7B063424-C32F-4ECB-BF87-ED111D635F07}" type="pres">
      <dgm:prSet presAssocID="{6634B19C-271B-45CC-B991-DF2A1E0E438B}" presName="node" presStyleLbl="node1" presStyleIdx="4" presStyleCnt="5">
        <dgm:presLayoutVars>
          <dgm:bulletEnabled val="1"/>
        </dgm:presLayoutVars>
      </dgm:prSet>
      <dgm:spPr/>
    </dgm:pt>
    <dgm:pt modelId="{F7F35517-F371-415A-8550-BC1653851F7B}" type="pres">
      <dgm:prSet presAssocID="{6634B19C-271B-45CC-B991-DF2A1E0E438B}" presName="dummy" presStyleCnt="0"/>
      <dgm:spPr/>
    </dgm:pt>
    <dgm:pt modelId="{8701E3B0-57BF-42CA-BC0E-623C888B96C5}" type="pres">
      <dgm:prSet presAssocID="{246CB17C-B623-41EB-B744-80BD51B76117}" presName="sibTrans" presStyleLbl="sibTrans2D1" presStyleIdx="4" presStyleCnt="5"/>
      <dgm:spPr/>
    </dgm:pt>
  </dgm:ptLst>
  <dgm:cxnLst>
    <dgm:cxn modelId="{9722F212-5C67-4649-A902-570419A75FB1}" type="presOf" srcId="{14F0D9E7-FB5C-4AF0-98F8-98584F51CD56}" destId="{4AC85B83-CF2F-42E5-B373-E130154C2340}" srcOrd="0" destOrd="0" presId="urn:microsoft.com/office/officeart/2005/8/layout/radial6"/>
    <dgm:cxn modelId="{D42AD324-6AD6-425D-AAC6-AE5917E1EBCC}" type="presOf" srcId="{CA34D8AC-96DA-4AC0-9836-FE59663EA090}" destId="{B212494E-3FE5-47E8-9D74-21856E976B65}" srcOrd="0" destOrd="0" presId="urn:microsoft.com/office/officeart/2005/8/layout/radial6"/>
    <dgm:cxn modelId="{69A40432-1838-41B3-A512-FE7B588710A2}" srcId="{14F0D9E7-FB5C-4AF0-98F8-98584F51CD56}" destId="{29887302-5199-48DB-959A-4C4E44D824F8}" srcOrd="2" destOrd="0" parTransId="{BE12DB0F-4AEB-4322-9BA9-A7456E3DB0CB}" sibTransId="{F1E5A333-EE88-4586-AA6C-0CB3E8856565}"/>
    <dgm:cxn modelId="{E78B8E38-77A9-4F25-BED4-46AE3B017FB8}" type="presOf" srcId="{29887302-5199-48DB-959A-4C4E44D824F8}" destId="{87BE9A3D-E490-41BF-8CE7-A193CAE31566}" srcOrd="0" destOrd="0" presId="urn:microsoft.com/office/officeart/2005/8/layout/radial6"/>
    <dgm:cxn modelId="{1F051439-99E6-4778-BB05-5F58F26995F3}" srcId="{14F0D9E7-FB5C-4AF0-98F8-98584F51CD56}" destId="{6634B19C-271B-45CC-B991-DF2A1E0E438B}" srcOrd="4" destOrd="0" parTransId="{4BF22DF0-B912-4841-8C27-E7300C004007}" sibTransId="{246CB17C-B623-41EB-B744-80BD51B76117}"/>
    <dgm:cxn modelId="{D453983D-396D-4B55-A95A-124A19C8A85C}" type="presOf" srcId="{4115356E-D162-4DC2-BAF5-58F52A2B2534}" destId="{CA34517D-73CF-4312-9253-5DD0CD7FE7C2}" srcOrd="0" destOrd="0" presId="urn:microsoft.com/office/officeart/2005/8/layout/radial6"/>
    <dgm:cxn modelId="{80C1613F-6C33-4986-944A-F6FDA0EFC196}" type="presOf" srcId="{AB452DF3-6980-4BC6-91AA-322FF471E0F7}" destId="{6173C03B-B5AA-4811-B937-87F2A152849B}" srcOrd="0" destOrd="0" presId="urn:microsoft.com/office/officeart/2005/8/layout/radial6"/>
    <dgm:cxn modelId="{10AF6068-9749-4359-80F6-41BA52B1178F}" type="presOf" srcId="{F3F50354-77B4-4537-A171-E22EA9BA4BD9}" destId="{B215E6AF-9D55-428A-956F-9C9E1AE58716}" srcOrd="0" destOrd="0" presId="urn:microsoft.com/office/officeart/2005/8/layout/radial6"/>
    <dgm:cxn modelId="{26713653-F659-4B53-9A12-B2272DFA143A}" type="presOf" srcId="{96A413C6-92BF-47FB-94F3-C5DA72F42695}" destId="{6EB62C69-A1E5-48C3-AFDB-13F56D0BA0A9}" srcOrd="0" destOrd="0" presId="urn:microsoft.com/office/officeart/2005/8/layout/radial6"/>
    <dgm:cxn modelId="{96308D53-8F60-4C7B-B6EB-FC648859CF1A}" type="presOf" srcId="{CAD0D6AF-265F-46BF-9314-4E006D0E9C1D}" destId="{C681C218-F201-401A-8BD7-6A71328C0C62}" srcOrd="0" destOrd="0" presId="urn:microsoft.com/office/officeart/2005/8/layout/radial6"/>
    <dgm:cxn modelId="{0175EF57-BD13-41EC-A59B-B4EFEFAD1E95}" srcId="{14F0D9E7-FB5C-4AF0-98F8-98584F51CD56}" destId="{CA34D8AC-96DA-4AC0-9836-FE59663EA090}" srcOrd="0" destOrd="0" parTransId="{E729BE17-7A04-40A4-83F1-9B81A94DD756}" sibTransId="{4115356E-D162-4DC2-BAF5-58F52A2B2534}"/>
    <dgm:cxn modelId="{6BB4197D-261F-46BC-B05E-25955A6355A6}" type="presOf" srcId="{F1E5A333-EE88-4586-AA6C-0CB3E8856565}" destId="{EE29841B-4AFE-4035-B3E1-35BD478EA583}" srcOrd="0" destOrd="0" presId="urn:microsoft.com/office/officeart/2005/8/layout/radial6"/>
    <dgm:cxn modelId="{3D3697BA-3BD7-4E5A-B6A2-C1B6DE4021E5}" srcId="{AB452DF3-6980-4BC6-91AA-322FF471E0F7}" destId="{14F0D9E7-FB5C-4AF0-98F8-98584F51CD56}" srcOrd="0" destOrd="0" parTransId="{35865E4F-3830-4EE0-98C3-DE23A6FE20F8}" sibTransId="{2904F17E-71CF-4FC5-A1A5-B81604CA05BE}"/>
    <dgm:cxn modelId="{E3FB0ECB-D2A7-426A-A188-3E3979B9874E}" type="presOf" srcId="{6634B19C-271B-45CC-B991-DF2A1E0E438B}" destId="{7B063424-C32F-4ECB-BF87-ED111D635F07}" srcOrd="0" destOrd="0" presId="urn:microsoft.com/office/officeart/2005/8/layout/radial6"/>
    <dgm:cxn modelId="{54C944E2-F305-482F-AB2C-7B0AE6266BB1}" srcId="{14F0D9E7-FB5C-4AF0-98F8-98584F51CD56}" destId="{CAD0D6AF-265F-46BF-9314-4E006D0E9C1D}" srcOrd="1" destOrd="0" parTransId="{A7A2D295-53BF-4DEE-BF22-E0FB9BBD34E7}" sibTransId="{F3F50354-77B4-4537-A171-E22EA9BA4BD9}"/>
    <dgm:cxn modelId="{52E177EF-2395-4BD3-B978-40F832360B16}" srcId="{14F0D9E7-FB5C-4AF0-98F8-98584F51CD56}" destId="{96A413C6-92BF-47FB-94F3-C5DA72F42695}" srcOrd="3" destOrd="0" parTransId="{EEEB61F9-985C-4394-98A1-B581FFEAA18A}" sibTransId="{EE761C67-3E22-4B5E-99D2-80321DF52168}"/>
    <dgm:cxn modelId="{1A2868FA-826F-479D-95AE-AF39FCBB1FD4}" type="presOf" srcId="{246CB17C-B623-41EB-B744-80BD51B76117}" destId="{8701E3B0-57BF-42CA-BC0E-623C888B96C5}" srcOrd="0" destOrd="0" presId="urn:microsoft.com/office/officeart/2005/8/layout/radial6"/>
    <dgm:cxn modelId="{61EA4AFA-C26E-43CF-9EF3-874282732D76}" type="presOf" srcId="{EE761C67-3E22-4B5E-99D2-80321DF52168}" destId="{752EB2F1-24F1-4BFC-B9DF-375F0AA2EF90}" srcOrd="0" destOrd="0" presId="urn:microsoft.com/office/officeart/2005/8/layout/radial6"/>
    <dgm:cxn modelId="{62D1D465-4C72-419A-AC7B-F9A449520DD4}" type="presParOf" srcId="{6173C03B-B5AA-4811-B937-87F2A152849B}" destId="{4AC85B83-CF2F-42E5-B373-E130154C2340}" srcOrd="0" destOrd="0" presId="urn:microsoft.com/office/officeart/2005/8/layout/radial6"/>
    <dgm:cxn modelId="{32A8E386-E0B4-4153-BAB6-5B2986CAAD95}" type="presParOf" srcId="{6173C03B-B5AA-4811-B937-87F2A152849B}" destId="{B212494E-3FE5-47E8-9D74-21856E976B65}" srcOrd="1" destOrd="0" presId="urn:microsoft.com/office/officeart/2005/8/layout/radial6"/>
    <dgm:cxn modelId="{47516076-FE49-48D5-9A7C-75142168B316}" type="presParOf" srcId="{6173C03B-B5AA-4811-B937-87F2A152849B}" destId="{AA5DD1E6-63FD-4F99-8062-F84BA9680F6C}" srcOrd="2" destOrd="0" presId="urn:microsoft.com/office/officeart/2005/8/layout/radial6"/>
    <dgm:cxn modelId="{C87C8DDA-A304-41B9-B2AA-A3278A81F09E}" type="presParOf" srcId="{6173C03B-B5AA-4811-B937-87F2A152849B}" destId="{CA34517D-73CF-4312-9253-5DD0CD7FE7C2}" srcOrd="3" destOrd="0" presId="urn:microsoft.com/office/officeart/2005/8/layout/radial6"/>
    <dgm:cxn modelId="{EDCDFA6D-BFE7-49B5-A93B-2AD5637ED0D8}" type="presParOf" srcId="{6173C03B-B5AA-4811-B937-87F2A152849B}" destId="{C681C218-F201-401A-8BD7-6A71328C0C62}" srcOrd="4" destOrd="0" presId="urn:microsoft.com/office/officeart/2005/8/layout/radial6"/>
    <dgm:cxn modelId="{A16DD5A0-6345-47D0-84A1-0D59D6C1ACB3}" type="presParOf" srcId="{6173C03B-B5AA-4811-B937-87F2A152849B}" destId="{E37E16A8-1A85-4560-A85B-163584C55E4D}" srcOrd="5" destOrd="0" presId="urn:microsoft.com/office/officeart/2005/8/layout/radial6"/>
    <dgm:cxn modelId="{3A94054C-2A1D-401A-BD5C-F6F1FBB61EC3}" type="presParOf" srcId="{6173C03B-B5AA-4811-B937-87F2A152849B}" destId="{B215E6AF-9D55-428A-956F-9C9E1AE58716}" srcOrd="6" destOrd="0" presId="urn:microsoft.com/office/officeart/2005/8/layout/radial6"/>
    <dgm:cxn modelId="{C23C83C5-622C-4D1C-9FE5-EA6305ECDB44}" type="presParOf" srcId="{6173C03B-B5AA-4811-B937-87F2A152849B}" destId="{87BE9A3D-E490-41BF-8CE7-A193CAE31566}" srcOrd="7" destOrd="0" presId="urn:microsoft.com/office/officeart/2005/8/layout/radial6"/>
    <dgm:cxn modelId="{7ACE0845-664E-477A-BE65-25A7BA2C64E4}" type="presParOf" srcId="{6173C03B-B5AA-4811-B937-87F2A152849B}" destId="{0B7B1BB6-135B-47FD-AED2-E837C4268622}" srcOrd="8" destOrd="0" presId="urn:microsoft.com/office/officeart/2005/8/layout/radial6"/>
    <dgm:cxn modelId="{3D19FCBB-88A9-4940-B10C-FE55F42EA74F}" type="presParOf" srcId="{6173C03B-B5AA-4811-B937-87F2A152849B}" destId="{EE29841B-4AFE-4035-B3E1-35BD478EA583}" srcOrd="9" destOrd="0" presId="urn:microsoft.com/office/officeart/2005/8/layout/radial6"/>
    <dgm:cxn modelId="{5D5FF9ED-1F3D-4466-918D-C50AEC3A4390}" type="presParOf" srcId="{6173C03B-B5AA-4811-B937-87F2A152849B}" destId="{6EB62C69-A1E5-48C3-AFDB-13F56D0BA0A9}" srcOrd="10" destOrd="0" presId="urn:microsoft.com/office/officeart/2005/8/layout/radial6"/>
    <dgm:cxn modelId="{EC26FCF9-50CF-4F03-A67D-1A91B0AC3E51}" type="presParOf" srcId="{6173C03B-B5AA-4811-B937-87F2A152849B}" destId="{BD692CE9-0739-4F32-BF48-7DEC8FB4343D}" srcOrd="11" destOrd="0" presId="urn:microsoft.com/office/officeart/2005/8/layout/radial6"/>
    <dgm:cxn modelId="{8A164381-237F-432A-90F7-1E0657787D67}" type="presParOf" srcId="{6173C03B-B5AA-4811-B937-87F2A152849B}" destId="{752EB2F1-24F1-4BFC-B9DF-375F0AA2EF90}" srcOrd="12" destOrd="0" presId="urn:microsoft.com/office/officeart/2005/8/layout/radial6"/>
    <dgm:cxn modelId="{75710670-6C03-4666-A536-07FE4E6ECAF8}" type="presParOf" srcId="{6173C03B-B5AA-4811-B937-87F2A152849B}" destId="{7B063424-C32F-4ECB-BF87-ED111D635F07}" srcOrd="13" destOrd="0" presId="urn:microsoft.com/office/officeart/2005/8/layout/radial6"/>
    <dgm:cxn modelId="{087FABA1-87A7-4A3B-A3D2-7D52685C512D}" type="presParOf" srcId="{6173C03B-B5AA-4811-B937-87F2A152849B}" destId="{F7F35517-F371-415A-8550-BC1653851F7B}" srcOrd="14" destOrd="0" presId="urn:microsoft.com/office/officeart/2005/8/layout/radial6"/>
    <dgm:cxn modelId="{4A8735E1-6B04-4C1D-83B1-1AEB2CB5C6DA}" type="presParOf" srcId="{6173C03B-B5AA-4811-B937-87F2A152849B}" destId="{8701E3B0-57BF-42CA-BC0E-623C888B96C5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01E3B0-57BF-42CA-BC0E-623C888B96C5}">
      <dsp:nvSpPr>
        <dsp:cNvPr id="0" name=""/>
        <dsp:cNvSpPr/>
      </dsp:nvSpPr>
      <dsp:spPr>
        <a:xfrm>
          <a:off x="1528791" y="536564"/>
          <a:ext cx="3575446" cy="3575446"/>
        </a:xfrm>
        <a:prstGeom prst="blockArc">
          <a:avLst>
            <a:gd name="adj1" fmla="val 11880000"/>
            <a:gd name="adj2" fmla="val 1620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EB2F1-24F1-4BFC-B9DF-375F0AA2EF90}">
      <dsp:nvSpPr>
        <dsp:cNvPr id="0" name=""/>
        <dsp:cNvSpPr/>
      </dsp:nvSpPr>
      <dsp:spPr>
        <a:xfrm>
          <a:off x="1528791" y="536564"/>
          <a:ext cx="3575446" cy="3575446"/>
        </a:xfrm>
        <a:prstGeom prst="blockArc">
          <a:avLst>
            <a:gd name="adj1" fmla="val 7560000"/>
            <a:gd name="adj2" fmla="val 1188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9841B-4AFE-4035-B3E1-35BD478EA583}">
      <dsp:nvSpPr>
        <dsp:cNvPr id="0" name=""/>
        <dsp:cNvSpPr/>
      </dsp:nvSpPr>
      <dsp:spPr>
        <a:xfrm>
          <a:off x="1528791" y="536564"/>
          <a:ext cx="3575446" cy="3575446"/>
        </a:xfrm>
        <a:prstGeom prst="blockArc">
          <a:avLst>
            <a:gd name="adj1" fmla="val 3240000"/>
            <a:gd name="adj2" fmla="val 756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5E6AF-9D55-428A-956F-9C9E1AE58716}">
      <dsp:nvSpPr>
        <dsp:cNvPr id="0" name=""/>
        <dsp:cNvSpPr/>
      </dsp:nvSpPr>
      <dsp:spPr>
        <a:xfrm>
          <a:off x="1528791" y="536564"/>
          <a:ext cx="3575446" cy="3575446"/>
        </a:xfrm>
        <a:prstGeom prst="blockArc">
          <a:avLst>
            <a:gd name="adj1" fmla="val 20520000"/>
            <a:gd name="adj2" fmla="val 324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4517D-73CF-4312-9253-5DD0CD7FE7C2}">
      <dsp:nvSpPr>
        <dsp:cNvPr id="0" name=""/>
        <dsp:cNvSpPr/>
      </dsp:nvSpPr>
      <dsp:spPr>
        <a:xfrm>
          <a:off x="1528791" y="536564"/>
          <a:ext cx="3575446" cy="3575446"/>
        </a:xfrm>
        <a:prstGeom prst="blockArc">
          <a:avLst>
            <a:gd name="adj1" fmla="val 16200000"/>
            <a:gd name="adj2" fmla="val 2052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85B83-CF2F-42E5-B373-E130154C2340}">
      <dsp:nvSpPr>
        <dsp:cNvPr id="0" name=""/>
        <dsp:cNvSpPr/>
      </dsp:nvSpPr>
      <dsp:spPr>
        <a:xfrm>
          <a:off x="2493053" y="1500827"/>
          <a:ext cx="1646921" cy="1646921"/>
        </a:xfrm>
        <a:prstGeom prst="ellipse">
          <a:avLst/>
        </a:prstGeom>
        <a:solidFill>
          <a:srgbClr val="F0672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dirty="0"/>
            <a:t>Communication</a:t>
          </a:r>
        </a:p>
      </dsp:txBody>
      <dsp:txXfrm>
        <a:off x="2734239" y="1742013"/>
        <a:ext cx="1164549" cy="1164549"/>
      </dsp:txXfrm>
    </dsp:sp>
    <dsp:sp modelId="{B212494E-3FE5-47E8-9D74-21856E976B65}">
      <dsp:nvSpPr>
        <dsp:cNvPr id="0" name=""/>
        <dsp:cNvSpPr/>
      </dsp:nvSpPr>
      <dsp:spPr>
        <a:xfrm>
          <a:off x="2740091" y="1644"/>
          <a:ext cx="1152845" cy="11528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dirty="0"/>
            <a:t>Organiser</a:t>
          </a:r>
        </a:p>
      </dsp:txBody>
      <dsp:txXfrm>
        <a:off x="2908921" y="170474"/>
        <a:ext cx="815185" cy="815185"/>
      </dsp:txXfrm>
    </dsp:sp>
    <dsp:sp modelId="{C681C218-F201-401A-8BD7-6A71328C0C62}">
      <dsp:nvSpPr>
        <dsp:cNvPr id="0" name=""/>
        <dsp:cNvSpPr/>
      </dsp:nvSpPr>
      <dsp:spPr>
        <a:xfrm>
          <a:off x="4400846" y="1208253"/>
          <a:ext cx="1152845" cy="11528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dirty="0"/>
            <a:t>Décider</a:t>
          </a:r>
        </a:p>
      </dsp:txBody>
      <dsp:txXfrm>
        <a:off x="4569676" y="1377083"/>
        <a:ext cx="815185" cy="815185"/>
      </dsp:txXfrm>
    </dsp:sp>
    <dsp:sp modelId="{87BE9A3D-E490-41BF-8CE7-A193CAE31566}">
      <dsp:nvSpPr>
        <dsp:cNvPr id="0" name=""/>
        <dsp:cNvSpPr/>
      </dsp:nvSpPr>
      <dsp:spPr>
        <a:xfrm>
          <a:off x="3766494" y="3160587"/>
          <a:ext cx="1152845" cy="11528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dirty="0"/>
            <a:t>Animer</a:t>
          </a:r>
        </a:p>
      </dsp:txBody>
      <dsp:txXfrm>
        <a:off x="3935324" y="3329417"/>
        <a:ext cx="815185" cy="815185"/>
      </dsp:txXfrm>
    </dsp:sp>
    <dsp:sp modelId="{6EB62C69-A1E5-48C3-AFDB-13F56D0BA0A9}">
      <dsp:nvSpPr>
        <dsp:cNvPr id="0" name=""/>
        <dsp:cNvSpPr/>
      </dsp:nvSpPr>
      <dsp:spPr>
        <a:xfrm>
          <a:off x="1713689" y="3160587"/>
          <a:ext cx="1152845" cy="11528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dirty="0"/>
            <a:t>Contrôler</a:t>
          </a:r>
        </a:p>
      </dsp:txBody>
      <dsp:txXfrm>
        <a:off x="1882519" y="3329417"/>
        <a:ext cx="815185" cy="815185"/>
      </dsp:txXfrm>
    </dsp:sp>
    <dsp:sp modelId="{7B063424-C32F-4ECB-BF87-ED111D635F07}">
      <dsp:nvSpPr>
        <dsp:cNvPr id="0" name=""/>
        <dsp:cNvSpPr/>
      </dsp:nvSpPr>
      <dsp:spPr>
        <a:xfrm>
          <a:off x="1079337" y="1208253"/>
          <a:ext cx="1152845" cy="11528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dirty="0"/>
            <a:t>Anticiper</a:t>
          </a:r>
        </a:p>
      </dsp:txBody>
      <dsp:txXfrm>
        <a:off x="1248167" y="1377083"/>
        <a:ext cx="815185" cy="8151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68707-4646-4DCC-8507-AD7FFA05F964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57225" y="1793875"/>
            <a:ext cx="861218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92188" y="6908800"/>
            <a:ext cx="7942262" cy="56530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3636625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22925" y="13636625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7F237A-4133-4559-BD56-75CBF00010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022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7F237A-4133-4559-BD56-75CBF00010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76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8906-2331-4EF1-9C9F-7148FF8B9EA2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9ED8A-8308-4460-BE8A-6C262E89CB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0731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8906-2331-4EF1-9C9F-7148FF8B9EA2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9ED8A-8308-4460-BE8A-6C262E89CB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3892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8906-2331-4EF1-9C9F-7148FF8B9EA2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9ED8A-8308-4460-BE8A-6C262E89CB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738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8906-2331-4EF1-9C9F-7148FF8B9EA2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9ED8A-8308-4460-BE8A-6C262E89CB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430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8906-2331-4EF1-9C9F-7148FF8B9EA2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9ED8A-8308-4460-BE8A-6C262E89CB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2564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8906-2331-4EF1-9C9F-7148FF8B9EA2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9ED8A-8308-4460-BE8A-6C262E89CB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001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8906-2331-4EF1-9C9F-7148FF8B9EA2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9ED8A-8308-4460-BE8A-6C262E89CB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73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8906-2331-4EF1-9C9F-7148FF8B9EA2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9ED8A-8308-4460-BE8A-6C262E89CB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37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8906-2331-4EF1-9C9F-7148FF8B9EA2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9ED8A-8308-4460-BE8A-6C262E89CB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2260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8906-2331-4EF1-9C9F-7148FF8B9EA2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9ED8A-8308-4460-BE8A-6C262E89CB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365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8906-2331-4EF1-9C9F-7148FF8B9EA2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9ED8A-8308-4460-BE8A-6C262E89CB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286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90F9176-2410-463D-AA86-0ED401DF8D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62" b="262"/>
          <a:stretch>
            <a:fillRect/>
          </a:stretch>
        </p:blipFill>
        <p:spPr bwMode="auto">
          <a:xfrm>
            <a:off x="1" y="0"/>
            <a:ext cx="28575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415DCA57-96DC-4E2A-8C61-CA704D00800A" descr="C3D2186D-3531-4184-846F-A5A6A7B1DB73">
            <a:extLst>
              <a:ext uri="{FF2B5EF4-FFF2-40B4-BE49-F238E27FC236}">
                <a16:creationId xmlns:a16="http://schemas.microsoft.com/office/drawing/2014/main" id="{A6067A1D-B2F4-4150-B549-EEE28D0BB39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2" y="6143625"/>
            <a:ext cx="1782233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6712" y="142852"/>
            <a:ext cx="11258552" cy="714380"/>
          </a:xfrm>
        </p:spPr>
        <p:txBody>
          <a:bodyPr lIns="90000">
            <a:noAutofit/>
          </a:bodyPr>
          <a:lstStyle>
            <a:lvl1pPr algn="l">
              <a:defRPr sz="3000" b="1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666751" y="1143001"/>
            <a:ext cx="11239500" cy="4786313"/>
          </a:xfrm>
        </p:spPr>
        <p:txBody>
          <a:bodyPr/>
          <a:lstStyle>
            <a:lvl1pPr>
              <a:defRPr sz="28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111848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38906-2331-4EF1-9C9F-7148FF8B9EA2}" type="datetimeFigureOut">
              <a:rPr lang="fr-FR" smtClean="0"/>
              <a:t>17/11/2022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ED8A-8308-4460-BE8A-6C262E89CB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0433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7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12" Type="http://schemas.openxmlformats.org/officeDocument/2006/relationships/image" Target="../media/image1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9.jpeg"/><Relationship Id="rId15" Type="http://schemas.openxmlformats.org/officeDocument/2006/relationships/image" Target="../media/image1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Relationship Id="rId14" Type="http://schemas.openxmlformats.org/officeDocument/2006/relationships/image" Target="../media/image1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png"/><Relationship Id="rId3" Type="http://schemas.openxmlformats.org/officeDocument/2006/relationships/image" Target="../media/image7.jpe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sv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hyperlink" Target="mailto:fpc@campus12avenue.fr" TargetMode="External"/><Relationship Id="rId4" Type="http://schemas.openxmlformats.org/officeDocument/2006/relationships/image" Target="../media/image5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66700" y="-266700"/>
            <a:ext cx="12700000" cy="7378700"/>
          </a:xfrm>
          <a:prstGeom prst="rect">
            <a:avLst/>
          </a:prstGeom>
          <a:solidFill>
            <a:srgbClr val="004376"/>
          </a:solidFill>
          <a:ln>
            <a:solidFill>
              <a:srgbClr val="00437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04376"/>
              </a:solidFill>
            </a:endParaRPr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3"/>
          <a:srcRect l="9051" t="6819" r="10586" b="22147"/>
          <a:stretch/>
        </p:blipFill>
        <p:spPr>
          <a:xfrm>
            <a:off x="178291" y="2696028"/>
            <a:ext cx="2991239" cy="299124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0338" y="5678217"/>
            <a:ext cx="12001500" cy="1099039"/>
          </a:xfrm>
          <a:prstGeom prst="rect">
            <a:avLst/>
          </a:prstGeom>
          <a:solidFill>
            <a:srgbClr val="F06722"/>
          </a:solidFill>
          <a:ln>
            <a:solidFill>
              <a:srgbClr val="004376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ZoneTexte 32"/>
          <p:cNvSpPr txBox="1"/>
          <p:nvPr/>
        </p:nvSpPr>
        <p:spPr>
          <a:xfrm>
            <a:off x="4765430" y="1823006"/>
            <a:ext cx="7306408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2800" dirty="0">
                <a:solidFill>
                  <a:schemeClr val="bg1"/>
                </a:solidFill>
                <a:cs typeface="Arial" panose="020B0604020202020204" pitchFamily="34" charset="0"/>
              </a:rPr>
              <a:t>18/11/2022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9212509" y="5308885"/>
            <a:ext cx="2643139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b="1" dirty="0">
                <a:solidFill>
                  <a:schemeClr val="bg1"/>
                </a:solidFill>
                <a:cs typeface="Arial" panose="020B0604020202020204" pitchFamily="34" charset="0"/>
              </a:rPr>
              <a:t>www.campus12avenue.fr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3591975" y="429493"/>
            <a:ext cx="847986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Manager avec la méthode des couleurs AEC Disc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0672" y="5769155"/>
            <a:ext cx="3783292" cy="917162"/>
          </a:xfrm>
          <a:prstGeom prst="rect">
            <a:avLst/>
          </a:prstGeom>
        </p:spPr>
      </p:pic>
      <p:cxnSp>
        <p:nvCxnSpPr>
          <p:cNvPr id="19" name="Connecteur droit 18"/>
          <p:cNvCxnSpPr/>
          <p:nvPr/>
        </p:nvCxnSpPr>
        <p:spPr>
          <a:xfrm flipV="1">
            <a:off x="4389701" y="5439069"/>
            <a:ext cx="1046571" cy="1456130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828" y="5894088"/>
            <a:ext cx="2428820" cy="692696"/>
          </a:xfrm>
          <a:prstGeom prst="rect">
            <a:avLst/>
          </a:prstGeom>
        </p:spPr>
      </p:pic>
      <p:sp>
        <p:nvSpPr>
          <p:cNvPr id="22" name="Triangle rectangle 21"/>
          <p:cNvSpPr/>
          <p:nvPr/>
        </p:nvSpPr>
        <p:spPr>
          <a:xfrm flipV="1">
            <a:off x="170670" y="2694611"/>
            <a:ext cx="1508659" cy="1525695"/>
          </a:xfrm>
          <a:prstGeom prst="rtTriangle">
            <a:avLst/>
          </a:prstGeom>
          <a:solidFill>
            <a:srgbClr val="004376"/>
          </a:solidFill>
          <a:ln>
            <a:solidFill>
              <a:srgbClr val="004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riangle rectangle 22"/>
          <p:cNvSpPr/>
          <p:nvPr/>
        </p:nvSpPr>
        <p:spPr>
          <a:xfrm rot="10800000" flipV="1">
            <a:off x="1679330" y="4211515"/>
            <a:ext cx="1482579" cy="1468543"/>
          </a:xfrm>
          <a:prstGeom prst="rtTriangle">
            <a:avLst/>
          </a:prstGeom>
          <a:solidFill>
            <a:srgbClr val="004376"/>
          </a:solidFill>
          <a:ln>
            <a:solidFill>
              <a:srgbClr val="004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4" name="Connecteur droit 23"/>
          <p:cNvCxnSpPr/>
          <p:nvPr/>
        </p:nvCxnSpPr>
        <p:spPr>
          <a:xfrm flipV="1">
            <a:off x="4120933" y="5439069"/>
            <a:ext cx="1046571" cy="1456130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1BB669E9-73A1-446F-AB27-E1D24FE9B50C}"/>
              </a:ext>
            </a:extLst>
          </p:cNvPr>
          <p:cNvSpPr txBox="1"/>
          <p:nvPr/>
        </p:nvSpPr>
        <p:spPr>
          <a:xfrm>
            <a:off x="3179671" y="4054075"/>
            <a:ext cx="8859421" cy="8002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F06722"/>
                </a:solidFill>
                <a:cs typeface="Arial" panose="020B0604020202020204" pitchFamily="34" charset="0"/>
              </a:rPr>
              <a:t>Nathalie JOULIE MORAND</a:t>
            </a:r>
          </a:p>
          <a:p>
            <a:pPr algn="ctr"/>
            <a:r>
              <a:rPr lang="fr-FR" dirty="0">
                <a:solidFill>
                  <a:srgbClr val="F06722"/>
                </a:solidFill>
                <a:cs typeface="Arial" panose="020B0604020202020204" pitchFamily="34" charset="0"/>
              </a:rPr>
              <a:t>Intervenant pour le compte de CAMPUS XIIe AVENUE</a:t>
            </a:r>
          </a:p>
        </p:txBody>
      </p:sp>
    </p:spTree>
    <p:extLst>
      <p:ext uri="{BB962C8B-B14F-4D97-AF65-F5344CB8AC3E}">
        <p14:creationId xmlns:p14="http://schemas.microsoft.com/office/powerpoint/2010/main" val="4150598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Nos thématiques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</a:t>
            </a:r>
            <a:r>
              <a:rPr lang="fr-FR" sz="1000" dirty="0">
                <a:solidFill>
                  <a:srgbClr val="D8652C"/>
                </a:solidFill>
              </a:rPr>
              <a:t> – Intervenant pour le compte de CAMPUS XIIe AVENUE</a:t>
            </a:r>
          </a:p>
        </p:txBody>
      </p:sp>
      <p:graphicFrame>
        <p:nvGraphicFramePr>
          <p:cNvPr id="3" name="Tableau 6">
            <a:extLst>
              <a:ext uri="{FF2B5EF4-FFF2-40B4-BE49-F238E27FC236}">
                <a16:creationId xmlns:a16="http://schemas.microsoft.com/office/drawing/2014/main" id="{E1F69616-5721-4FD9-84E8-71F932FF7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863731"/>
              </p:ext>
            </p:extLst>
          </p:nvPr>
        </p:nvGraphicFramePr>
        <p:xfrm>
          <a:off x="299969" y="889599"/>
          <a:ext cx="11454068" cy="5116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373">
                  <a:extLst>
                    <a:ext uri="{9D8B030D-6E8A-4147-A177-3AD203B41FA5}">
                      <a16:colId xmlns:a16="http://schemas.microsoft.com/office/drawing/2014/main" val="215460659"/>
                    </a:ext>
                  </a:extLst>
                </a:gridCol>
                <a:gridCol w="4890661">
                  <a:extLst>
                    <a:ext uri="{9D8B030D-6E8A-4147-A177-3AD203B41FA5}">
                      <a16:colId xmlns:a16="http://schemas.microsoft.com/office/drawing/2014/main" val="3885144649"/>
                    </a:ext>
                  </a:extLst>
                </a:gridCol>
                <a:gridCol w="879824">
                  <a:extLst>
                    <a:ext uri="{9D8B030D-6E8A-4147-A177-3AD203B41FA5}">
                      <a16:colId xmlns:a16="http://schemas.microsoft.com/office/drawing/2014/main" val="4008959328"/>
                    </a:ext>
                  </a:extLst>
                </a:gridCol>
                <a:gridCol w="4847210">
                  <a:extLst>
                    <a:ext uri="{9D8B030D-6E8A-4147-A177-3AD203B41FA5}">
                      <a16:colId xmlns:a16="http://schemas.microsoft.com/office/drawing/2014/main" val="2371259818"/>
                    </a:ext>
                  </a:extLst>
                </a:gridCol>
              </a:tblGrid>
              <a:tr h="852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fr-FR" b="1" dirty="0">
                          <a:solidFill>
                            <a:srgbClr val="004376"/>
                          </a:solidFill>
                        </a:rPr>
                        <a:t>Direction d’entreprise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endParaRPr lang="fr-FR" b="1">
                        <a:solidFill>
                          <a:srgbClr val="004376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fr-FR" b="1" dirty="0">
                          <a:solidFill>
                            <a:srgbClr val="004376"/>
                          </a:solidFill>
                        </a:rPr>
                        <a:t>Achat et production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620427"/>
                  </a:ext>
                </a:extLst>
              </a:tr>
              <a:tr h="852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fr-FR" b="1" dirty="0">
                          <a:solidFill>
                            <a:srgbClr val="004376"/>
                          </a:solidFill>
                        </a:rPr>
                        <a:t>Ressources Humaines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endParaRPr lang="fr-FR" b="1" dirty="0">
                        <a:solidFill>
                          <a:srgbClr val="004376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fr-FR" b="1" dirty="0">
                          <a:solidFill>
                            <a:srgbClr val="004376"/>
                          </a:solidFill>
                        </a:rPr>
                        <a:t>Communication digitale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552738"/>
                  </a:ext>
                </a:extLst>
              </a:tr>
              <a:tr h="8526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fr-FR" b="1" dirty="0">
                          <a:solidFill>
                            <a:srgbClr val="004376"/>
                          </a:solidFill>
                        </a:rPr>
                        <a:t>Management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endParaRPr lang="fr-FR" b="1" dirty="0">
                        <a:solidFill>
                          <a:srgbClr val="004376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fr-FR" b="1" dirty="0">
                          <a:solidFill>
                            <a:srgbClr val="004376"/>
                          </a:solidFill>
                        </a:rPr>
                        <a:t>Comptabilité, gestion/finance et juridique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490442"/>
                  </a:ext>
                </a:extLst>
              </a:tr>
              <a:tr h="852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fr-FR" b="1" dirty="0">
                          <a:solidFill>
                            <a:srgbClr val="004376"/>
                          </a:solidFill>
                        </a:rPr>
                        <a:t>Efficacité professionnelle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endParaRPr lang="fr-FR" b="1">
                        <a:solidFill>
                          <a:srgbClr val="004376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fr-FR" b="1" dirty="0">
                          <a:solidFill>
                            <a:srgbClr val="004376"/>
                          </a:solidFill>
                        </a:rPr>
                        <a:t>Qualité, santé et sécurité au travail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38005"/>
                  </a:ext>
                </a:extLst>
              </a:tr>
              <a:tr h="852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fr-FR" b="1" dirty="0">
                          <a:solidFill>
                            <a:srgbClr val="004376"/>
                          </a:solidFill>
                        </a:rPr>
                        <a:t>Accueil, efficacité commerciale, relation client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endParaRPr lang="fr-FR" b="1">
                        <a:solidFill>
                          <a:srgbClr val="004376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fr-FR" b="1" dirty="0">
                          <a:solidFill>
                            <a:srgbClr val="004376"/>
                          </a:solidFill>
                        </a:rPr>
                        <a:t>Bureautique et informatique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323303"/>
                  </a:ext>
                </a:extLst>
              </a:tr>
              <a:tr h="852691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fr-FR" b="1" dirty="0">
                          <a:solidFill>
                            <a:srgbClr val="004376"/>
                          </a:solidFill>
                        </a:rPr>
                        <a:t>Commerce international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endParaRPr lang="fr-FR" b="1">
                        <a:solidFill>
                          <a:srgbClr val="004376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</a:pPr>
                      <a:r>
                        <a:rPr lang="fr-FR" b="1" dirty="0">
                          <a:solidFill>
                            <a:srgbClr val="004376"/>
                          </a:solidFill>
                        </a:rPr>
                        <a:t>Langues étrangères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204723"/>
                  </a:ext>
                </a:extLst>
              </a:tr>
            </a:tbl>
          </a:graphicData>
        </a:graphic>
      </p:graphicFrame>
      <p:grpSp>
        <p:nvGrpSpPr>
          <p:cNvPr id="40" name="Groupe 39">
            <a:extLst>
              <a:ext uri="{FF2B5EF4-FFF2-40B4-BE49-F238E27FC236}">
                <a16:creationId xmlns:a16="http://schemas.microsoft.com/office/drawing/2014/main" id="{5620693A-2474-411E-9DD8-B311CB4091DB}"/>
              </a:ext>
            </a:extLst>
          </p:cNvPr>
          <p:cNvGrpSpPr/>
          <p:nvPr/>
        </p:nvGrpSpPr>
        <p:grpSpPr>
          <a:xfrm>
            <a:off x="338271" y="894195"/>
            <a:ext cx="6478501" cy="4989056"/>
            <a:chOff x="353994" y="1062283"/>
            <a:chExt cx="6478501" cy="4989056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90297460-EE0E-425B-A981-413C1007F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012" y="1062283"/>
              <a:ext cx="720000" cy="720000"/>
            </a:xfrm>
            <a:prstGeom prst="rect">
              <a:avLst/>
            </a:prstGeom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4BCD8E7D-C9C6-4792-A1FB-EF63989FB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012" y="1900749"/>
              <a:ext cx="720000" cy="720000"/>
            </a:xfrm>
            <a:prstGeom prst="rect">
              <a:avLst/>
            </a:prstGeom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1FE5A2EC-8E75-47BF-B4D6-5B7E04C2B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012" y="2776295"/>
              <a:ext cx="720000" cy="720000"/>
            </a:xfrm>
            <a:prstGeom prst="rect">
              <a:avLst/>
            </a:prstGeom>
          </p:spPr>
        </p:pic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78271186-AFDF-444A-87DA-05242705C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994" y="3603607"/>
              <a:ext cx="720000" cy="720000"/>
            </a:xfrm>
            <a:prstGeom prst="rect">
              <a:avLst/>
            </a:prstGeom>
          </p:spPr>
        </p:pic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632B1AF5-33B3-4C68-BA61-FAA412EED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994" y="4479757"/>
              <a:ext cx="720000" cy="720000"/>
            </a:xfrm>
            <a:prstGeom prst="rect">
              <a:avLst/>
            </a:prstGeom>
          </p:spPr>
        </p:pic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6A2102C7-20AF-40F6-A16E-D07DF93AD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994" y="5331339"/>
              <a:ext cx="720000" cy="720000"/>
            </a:xfrm>
            <a:prstGeom prst="rect">
              <a:avLst/>
            </a:prstGeom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8BEDF5C2-84F6-4989-9993-AC388E67D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9719" y="1074766"/>
              <a:ext cx="720000" cy="720000"/>
            </a:xfrm>
            <a:prstGeom prst="rect">
              <a:avLst/>
            </a:prstGeom>
          </p:spPr>
        </p:pic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AFE232C0-CC5F-4544-BEB7-07B14D5A0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2495" y="1899997"/>
              <a:ext cx="720000" cy="720000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3EC4835C-9F5E-4762-A9E4-BE3DA61AD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9719" y="2725228"/>
              <a:ext cx="720000" cy="720000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F06BBA64-2B76-4A27-B69D-63FE598B2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9719" y="3603607"/>
              <a:ext cx="720000" cy="720000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6B6A9D9E-BBC8-4787-B88D-C6C6152C4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9719" y="4459376"/>
              <a:ext cx="720000" cy="720000"/>
            </a:xfrm>
            <a:prstGeom prst="rect">
              <a:avLst/>
            </a:prstGeom>
          </p:spPr>
        </p:pic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808B6F1E-1B31-426A-9694-1E2EE156B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9719" y="5328096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4670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Nos solutions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4D54C50D-8755-4FD6-B1A4-ABABF598FC84}"/>
              </a:ext>
            </a:extLst>
          </p:cNvPr>
          <p:cNvGrpSpPr/>
          <p:nvPr/>
        </p:nvGrpSpPr>
        <p:grpSpPr>
          <a:xfrm>
            <a:off x="641837" y="2387764"/>
            <a:ext cx="3045041" cy="3126734"/>
            <a:chOff x="641839" y="2387764"/>
            <a:chExt cx="3045041" cy="3126734"/>
          </a:xfrm>
        </p:grpSpPr>
        <p:sp>
          <p:nvSpPr>
            <p:cNvPr id="3" name="Trapèze 2">
              <a:extLst>
                <a:ext uri="{FF2B5EF4-FFF2-40B4-BE49-F238E27FC236}">
                  <a16:creationId xmlns:a16="http://schemas.microsoft.com/office/drawing/2014/main" id="{340E6BCE-C7FE-43C8-B95F-66348FEE214D}"/>
                </a:ext>
              </a:extLst>
            </p:cNvPr>
            <p:cNvSpPr/>
            <p:nvPr/>
          </p:nvSpPr>
          <p:spPr>
            <a:xfrm>
              <a:off x="641839" y="3149509"/>
              <a:ext cx="3045041" cy="2364989"/>
            </a:xfrm>
            <a:prstGeom prst="trapezoid">
              <a:avLst/>
            </a:prstGeom>
            <a:solidFill>
              <a:srgbClr val="D8652C"/>
            </a:solidFill>
            <a:ln>
              <a:solidFill>
                <a:srgbClr val="D865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934EBC8B-2D2A-47BF-8887-92E79A2F3680}"/>
                </a:ext>
              </a:extLst>
            </p:cNvPr>
            <p:cNvSpPr txBox="1"/>
            <p:nvPr/>
          </p:nvSpPr>
          <p:spPr>
            <a:xfrm>
              <a:off x="1121232" y="2387764"/>
              <a:ext cx="208625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D8652C"/>
                  </a:solidFill>
                </a:rPr>
                <a:t>L’ </a:t>
              </a:r>
              <a:r>
                <a:rPr lang="fr-FR" sz="4400" b="1" dirty="0">
                  <a:solidFill>
                    <a:srgbClr val="D8652C"/>
                  </a:solidFill>
                  <a:latin typeface="Script MT Bold" panose="03040602040607080904" pitchFamily="66" charset="0"/>
                </a:rPr>
                <a:t>inter</a:t>
              </a:r>
              <a:endParaRPr lang="fr-FR" sz="3600" b="1" dirty="0">
                <a:solidFill>
                  <a:srgbClr val="D8652C"/>
                </a:solidFill>
                <a:latin typeface="Script MT Bold" panose="03040602040607080904" pitchFamily="66" charset="0"/>
              </a:endParaRP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4E9C539B-4ED0-41D5-9958-A22D1DCEA1C4}"/>
                </a:ext>
              </a:extLst>
            </p:cNvPr>
            <p:cNvSpPr txBox="1"/>
            <p:nvPr/>
          </p:nvSpPr>
          <p:spPr>
            <a:xfrm>
              <a:off x="942515" y="3214645"/>
              <a:ext cx="2539013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Vos collaborateurs intègrent un groupe </a:t>
              </a:r>
            </a:p>
            <a:p>
              <a:pPr algn="ctr"/>
              <a:r>
                <a:rPr lang="fr-FR" dirty="0">
                  <a:solidFill>
                    <a:schemeClr val="bg1"/>
                  </a:solidFill>
                </a:rPr>
                <a:t>de </a:t>
              </a:r>
              <a:r>
                <a:rPr lang="fr-FR" sz="2100" b="1" dirty="0">
                  <a:solidFill>
                    <a:schemeClr val="bg1"/>
                  </a:solidFill>
                </a:rPr>
                <a:t>stagiaires provenant de plusieurs entreprises différentes</a:t>
              </a:r>
            </a:p>
            <a:p>
              <a:pPr algn="ctr"/>
              <a:r>
                <a:rPr lang="fr-FR" dirty="0">
                  <a:solidFill>
                    <a:schemeClr val="bg1"/>
                  </a:solidFill>
                </a:rPr>
                <a:t>2 sites : Rodez ou Millau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DA82B0E-81AB-4B0A-973C-2D22E0DFEC57}"/>
              </a:ext>
            </a:extLst>
          </p:cNvPr>
          <p:cNvGrpSpPr/>
          <p:nvPr/>
        </p:nvGrpSpPr>
        <p:grpSpPr>
          <a:xfrm>
            <a:off x="4573479" y="864187"/>
            <a:ext cx="3045041" cy="3141891"/>
            <a:chOff x="4657427" y="866947"/>
            <a:chExt cx="3045041" cy="3141891"/>
          </a:xfrm>
        </p:grpSpPr>
        <p:sp>
          <p:nvSpPr>
            <p:cNvPr id="14" name="Trapèze 13">
              <a:extLst>
                <a:ext uri="{FF2B5EF4-FFF2-40B4-BE49-F238E27FC236}">
                  <a16:creationId xmlns:a16="http://schemas.microsoft.com/office/drawing/2014/main" id="{A020A0B4-1BDD-4FFC-8420-748D1617E10C}"/>
                </a:ext>
              </a:extLst>
            </p:cNvPr>
            <p:cNvSpPr/>
            <p:nvPr/>
          </p:nvSpPr>
          <p:spPr>
            <a:xfrm rot="10800000">
              <a:off x="4657427" y="1643849"/>
              <a:ext cx="3045041" cy="2364989"/>
            </a:xfrm>
            <a:prstGeom prst="trapezoid">
              <a:avLst/>
            </a:prstGeom>
            <a:solidFill>
              <a:srgbClr val="004376"/>
            </a:solidFill>
            <a:ln>
              <a:solidFill>
                <a:srgbClr val="0043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A196E25F-178B-45FA-BFE7-B67A65BF41D8}"/>
                </a:ext>
              </a:extLst>
            </p:cNvPr>
            <p:cNvSpPr txBox="1"/>
            <p:nvPr/>
          </p:nvSpPr>
          <p:spPr>
            <a:xfrm>
              <a:off x="5061649" y="866947"/>
              <a:ext cx="208625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rgbClr val="004376"/>
                  </a:solidFill>
                </a:rPr>
                <a:t>L’ </a:t>
              </a:r>
              <a:r>
                <a:rPr lang="fr-FR" sz="4400" b="1" dirty="0">
                  <a:solidFill>
                    <a:srgbClr val="004376"/>
                  </a:solidFill>
                  <a:latin typeface="Script MT Bold" panose="03040602040607080904" pitchFamily="66" charset="0"/>
                </a:rPr>
                <a:t>intra</a:t>
              </a:r>
              <a:endParaRPr lang="fr-FR" sz="3600" b="1" dirty="0">
                <a:solidFill>
                  <a:srgbClr val="004376"/>
                </a:solidFill>
                <a:latin typeface="Script MT Bold" panose="03040602040607080904" pitchFamily="66" charset="0"/>
              </a:endParaRP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44FD8D49-15EF-4C87-ADE1-776ACA7C3054}"/>
                </a:ext>
              </a:extLst>
            </p:cNvPr>
            <p:cNvSpPr txBox="1"/>
            <p:nvPr/>
          </p:nvSpPr>
          <p:spPr>
            <a:xfrm>
              <a:off x="5012537" y="1872328"/>
              <a:ext cx="2272683" cy="1846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Vous réalisez les formations catalogue </a:t>
              </a:r>
              <a:r>
                <a:rPr lang="fr-FR" sz="2100" b="1" dirty="0">
                  <a:solidFill>
                    <a:schemeClr val="bg1"/>
                  </a:solidFill>
                </a:rPr>
                <a:t>uniquement pour votre entreprise </a:t>
              </a:r>
            </a:p>
            <a:p>
              <a:pPr algn="ctr"/>
              <a:r>
                <a:rPr lang="fr-FR" dirty="0">
                  <a:solidFill>
                    <a:schemeClr val="bg1"/>
                  </a:solidFill>
                </a:rPr>
                <a:t>dans nos locaux </a:t>
              </a:r>
            </a:p>
            <a:p>
              <a:pPr algn="ctr"/>
              <a:r>
                <a:rPr lang="fr-FR" dirty="0">
                  <a:solidFill>
                    <a:schemeClr val="bg1"/>
                  </a:solidFill>
                </a:rPr>
                <a:t>ou dans les vôtres</a:t>
              </a: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065A1FF3-E3CB-4FEE-BC9D-55924F0B508C}"/>
              </a:ext>
            </a:extLst>
          </p:cNvPr>
          <p:cNvGrpSpPr/>
          <p:nvPr/>
        </p:nvGrpSpPr>
        <p:grpSpPr>
          <a:xfrm>
            <a:off x="8273988" y="2387766"/>
            <a:ext cx="3276175" cy="3158576"/>
            <a:chOff x="8273988" y="2387766"/>
            <a:chExt cx="3276175" cy="3158576"/>
          </a:xfrm>
        </p:grpSpPr>
        <p:sp>
          <p:nvSpPr>
            <p:cNvPr id="15" name="Trapèze 14">
              <a:extLst>
                <a:ext uri="{FF2B5EF4-FFF2-40B4-BE49-F238E27FC236}">
                  <a16:creationId xmlns:a16="http://schemas.microsoft.com/office/drawing/2014/main" id="{D9CF2455-0E33-41EA-BC3E-CDBBEFFF7C6B}"/>
                </a:ext>
              </a:extLst>
            </p:cNvPr>
            <p:cNvSpPr/>
            <p:nvPr/>
          </p:nvSpPr>
          <p:spPr>
            <a:xfrm>
              <a:off x="8505122" y="3151166"/>
              <a:ext cx="3045041" cy="2364989"/>
            </a:xfrm>
            <a:prstGeom prst="trapezoid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0C2C10E7-6CC4-40B1-AF65-2724F139272B}"/>
                </a:ext>
              </a:extLst>
            </p:cNvPr>
            <p:cNvSpPr txBox="1"/>
            <p:nvPr/>
          </p:nvSpPr>
          <p:spPr>
            <a:xfrm>
              <a:off x="8273988" y="2387766"/>
              <a:ext cx="327617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dirty="0">
                  <a:solidFill>
                    <a:schemeClr val="accent6"/>
                  </a:solidFill>
                </a:rPr>
                <a:t>Le </a:t>
              </a:r>
              <a:r>
                <a:rPr lang="fr-FR" sz="4400" b="1" dirty="0">
                  <a:solidFill>
                    <a:schemeClr val="accent6"/>
                  </a:solidFill>
                  <a:latin typeface="Script MT Bold" panose="03040602040607080904" pitchFamily="66" charset="0"/>
                </a:rPr>
                <a:t>sur-mesure</a:t>
              </a:r>
              <a:endParaRPr lang="fr-FR" sz="3600" b="1" dirty="0">
                <a:solidFill>
                  <a:schemeClr val="accent6"/>
                </a:solidFill>
                <a:latin typeface="Script MT Bold" panose="03040602040607080904" pitchFamily="66" charset="0"/>
              </a:endParaRP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306F1E9A-92C3-462F-84AF-B8E1D2766E7A}"/>
                </a:ext>
              </a:extLst>
            </p:cNvPr>
            <p:cNvSpPr txBox="1"/>
            <p:nvPr/>
          </p:nvSpPr>
          <p:spPr>
            <a:xfrm>
              <a:off x="8763043" y="3145685"/>
              <a:ext cx="2539013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Optez pour des </a:t>
              </a:r>
              <a:r>
                <a:rPr lang="fr-FR" sz="2100" b="1" dirty="0">
                  <a:solidFill>
                    <a:schemeClr val="bg1"/>
                  </a:solidFill>
                </a:rPr>
                <a:t>formations </a:t>
              </a:r>
            </a:p>
            <a:p>
              <a:pPr algn="ctr"/>
              <a:r>
                <a:rPr lang="fr-FR" sz="2100" b="1" dirty="0">
                  <a:solidFill>
                    <a:schemeClr val="bg1"/>
                  </a:solidFill>
                </a:rPr>
                <a:t>conçues à la carte</a:t>
              </a:r>
              <a:r>
                <a:rPr lang="fr-FR" dirty="0">
                  <a:solidFill>
                    <a:schemeClr val="bg1"/>
                  </a:solidFill>
                </a:rPr>
                <a:t>, </a:t>
              </a:r>
            </a:p>
            <a:p>
              <a:pPr algn="ctr"/>
              <a:r>
                <a:rPr lang="fr-FR" dirty="0">
                  <a:solidFill>
                    <a:schemeClr val="bg1"/>
                  </a:solidFill>
                </a:rPr>
                <a:t>en fonction de votre demande : objectifs, contenu, modalités pédagogiques… </a:t>
              </a:r>
            </a:p>
            <a:p>
              <a:pPr algn="ctr"/>
              <a:r>
                <a:rPr lang="fr-FR" dirty="0">
                  <a:solidFill>
                    <a:schemeClr val="bg1"/>
                  </a:solidFill>
                </a:rPr>
                <a:t>sur votre site ou le nôtre</a:t>
              </a:r>
            </a:p>
          </p:txBody>
        </p:sp>
      </p:grp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551" y="4476224"/>
            <a:ext cx="1465958" cy="177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37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6969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3600" b="1" dirty="0">
                <a:solidFill>
                  <a:prstClr val="white"/>
                </a:solidFill>
                <a:latin typeface="Calibri" panose="020F0502020204030204"/>
              </a:rPr>
              <a:t>Chiffres clés formation continue</a:t>
            </a:r>
            <a:endParaRPr kumimoji="0" lang="fr-FR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1" dirty="0">
                <a:solidFill>
                  <a:srgbClr val="D8652C"/>
                </a:solidFill>
                <a:latin typeface="Calibri" panose="020F0502020204030204"/>
              </a:rPr>
              <a:t>Nathalie JOULIE MORAND</a:t>
            </a: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D8652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D8652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Intervenant pour le compte de CAMPUS XIIe AVENUE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0954" y="2541731"/>
            <a:ext cx="2524125" cy="125730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930753" y="1683905"/>
            <a:ext cx="107418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Plus de 4 000 stagiaires formés par an</a:t>
            </a:r>
          </a:p>
          <a:p>
            <a:endParaRPr lang="fr-FR" b="1" dirty="0"/>
          </a:p>
          <a:p>
            <a:r>
              <a:rPr lang="fr-FR" b="1" dirty="0"/>
              <a:t>2 sites de formation (Rodez Bourran et Millau)</a:t>
            </a:r>
          </a:p>
          <a:p>
            <a:r>
              <a:rPr lang="fr-FR" b="1" dirty="0"/>
              <a:t>5 Conseillers formation et 3 Assistantes de formation</a:t>
            </a:r>
          </a:p>
          <a:p>
            <a:endParaRPr lang="fr-FR" b="1" dirty="0"/>
          </a:p>
          <a:p>
            <a:r>
              <a:rPr lang="fr-FR" b="1" dirty="0"/>
              <a:t>800 stages ouverts chaque année</a:t>
            </a:r>
          </a:p>
          <a:p>
            <a:endParaRPr lang="fr-FR" b="1" dirty="0"/>
          </a:p>
          <a:p>
            <a:r>
              <a:rPr lang="fr-FR" b="1" dirty="0"/>
              <a:t>2 formations diplômantes et certifiants : </a:t>
            </a:r>
          </a:p>
          <a:p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Outils de pilotage de l’entreprise (bac +2) avec TBS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Chargé d’administration en formation continue (bac +3) avec le groupe IGS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1378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842A853-CFC1-64E8-DEF1-5C8D4C46F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170" y="886208"/>
            <a:ext cx="4054176" cy="2700705"/>
          </a:xfrm>
          <a:prstGeom prst="rect">
            <a:avLst/>
          </a:prstGeom>
        </p:spPr>
      </p:pic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SOMMAIRE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05455" y="1698690"/>
            <a:ext cx="8809892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4376"/>
                </a:solidFill>
              </a:rPr>
              <a:t>1-Les rôles du manager</a:t>
            </a:r>
          </a:p>
          <a:p>
            <a:endParaRPr lang="fr-FR" sz="2800" b="1" dirty="0">
              <a:solidFill>
                <a:srgbClr val="004376"/>
              </a:solidFill>
            </a:endParaRPr>
          </a:p>
          <a:p>
            <a:r>
              <a:rPr lang="fr-FR" sz="2800" b="1" dirty="0">
                <a:solidFill>
                  <a:srgbClr val="004376"/>
                </a:solidFill>
              </a:rPr>
              <a:t>2-La communication: pierre angulaire du  m</a:t>
            </a:r>
            <a:r>
              <a:rPr lang="fr-FR" sz="2800" b="1" dirty="0">
                <a:solidFill>
                  <a:schemeClr val="bg1"/>
                </a:solidFill>
              </a:rPr>
              <a:t>anagement</a:t>
            </a:r>
          </a:p>
          <a:p>
            <a:endParaRPr lang="fr-FR" sz="2800" b="1" dirty="0">
              <a:solidFill>
                <a:srgbClr val="004376"/>
              </a:solidFill>
            </a:endParaRPr>
          </a:p>
          <a:p>
            <a:r>
              <a:rPr lang="fr-FR" sz="2800" b="1" dirty="0">
                <a:solidFill>
                  <a:srgbClr val="004376"/>
                </a:solidFill>
              </a:rPr>
              <a:t>3-La méthode Arc En Ciel Disc</a:t>
            </a:r>
          </a:p>
          <a:p>
            <a:endParaRPr lang="fr-FR" sz="2800" b="1" dirty="0">
              <a:solidFill>
                <a:srgbClr val="004376"/>
              </a:solidFill>
            </a:endParaRPr>
          </a:p>
          <a:p>
            <a:r>
              <a:rPr lang="fr-FR" sz="2800" b="1" dirty="0">
                <a:solidFill>
                  <a:srgbClr val="004376"/>
                </a:solidFill>
              </a:rPr>
              <a:t>4-Reconnaître et s’adapter à une couleur dominante</a:t>
            </a:r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endParaRPr lang="fr-FR" dirty="0">
              <a:solidFill>
                <a:srgbClr val="004376"/>
              </a:solidFill>
            </a:endParaRP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</p:spTree>
    <p:extLst>
      <p:ext uri="{BB962C8B-B14F-4D97-AF65-F5344CB8AC3E}">
        <p14:creationId xmlns:p14="http://schemas.microsoft.com/office/powerpoint/2010/main" val="2955031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8141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OBJECTIFS PEDAGOGIQUES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691054" y="1665135"/>
            <a:ext cx="880989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4376"/>
                </a:solidFill>
              </a:rPr>
              <a:t>-Être capable d’adapter sa communication à chaque profil de collaborateur</a:t>
            </a:r>
          </a:p>
          <a:p>
            <a:r>
              <a:rPr lang="fr-FR" sz="3600" b="1" dirty="0">
                <a:solidFill>
                  <a:srgbClr val="004376"/>
                </a:solidFill>
              </a:rPr>
              <a:t>-Être capable d’employer le bon levier de motivation avec chacun</a:t>
            </a:r>
          </a:p>
          <a:p>
            <a:endParaRPr lang="fr-FR" sz="2800" b="1" dirty="0">
              <a:solidFill>
                <a:srgbClr val="004376"/>
              </a:solidFill>
            </a:endParaRPr>
          </a:p>
          <a:p>
            <a:endParaRPr lang="fr-FR" sz="2800" b="1" dirty="0">
              <a:solidFill>
                <a:srgbClr val="004376"/>
              </a:solidFill>
            </a:endParaRPr>
          </a:p>
          <a:p>
            <a:r>
              <a:rPr lang="fr-FR" sz="2800" b="1" dirty="0">
                <a:solidFill>
                  <a:srgbClr val="004376"/>
                </a:solidFill>
              </a:rPr>
              <a:t> </a:t>
            </a:r>
          </a:p>
          <a:p>
            <a:endParaRPr lang="fr-FR" dirty="0"/>
          </a:p>
          <a:p>
            <a:r>
              <a:rPr lang="fr-FR" sz="2800" dirty="0">
                <a:solidFill>
                  <a:srgbClr val="004376"/>
                </a:solidFill>
              </a:rPr>
              <a:t>Evaluation en fin de journée!!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</p:spTree>
    <p:extLst>
      <p:ext uri="{BB962C8B-B14F-4D97-AF65-F5344CB8AC3E}">
        <p14:creationId xmlns:p14="http://schemas.microsoft.com/office/powerpoint/2010/main" val="1757679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1691054" y="2508039"/>
            <a:ext cx="8809892" cy="1569660"/>
          </a:xfrm>
          <a:prstGeom prst="rect">
            <a:avLst/>
          </a:prstGeom>
          <a:solidFill>
            <a:srgbClr val="004376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6000" b="1" dirty="0">
                <a:solidFill>
                  <a:schemeClr val="bg1"/>
                </a:solidFill>
              </a:rPr>
              <a:t>LES ROLES DU MANAGER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</p:spTree>
    <p:extLst>
      <p:ext uri="{BB962C8B-B14F-4D97-AF65-F5344CB8AC3E}">
        <p14:creationId xmlns:p14="http://schemas.microsoft.com/office/powerpoint/2010/main" val="229501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TEXTE – Titre 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99E1F6C-8ABE-4203-5040-F392FEF32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567" y="758969"/>
            <a:ext cx="4271032" cy="588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2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3D1BE25-EDE6-391A-7161-A53765B0C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521" y="1170236"/>
            <a:ext cx="7730398" cy="451752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72462DF-8DED-0317-A36F-C22791D53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6486" y="990824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19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16FC61F-BB27-8113-8F9A-C05107FBE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354" y="1316553"/>
            <a:ext cx="7651143" cy="42248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DADA653-1FC1-8C3F-F905-9606ECFE7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8948" y="1042770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251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EDCA6587-EB70-0DE9-A4C8-008A5A740DB8}"/>
              </a:ext>
            </a:extLst>
          </p:cNvPr>
          <p:cNvSpPr txBox="1">
            <a:spLocks/>
          </p:cNvSpPr>
          <p:nvPr/>
        </p:nvSpPr>
        <p:spPr>
          <a:xfrm>
            <a:off x="1442907" y="1392572"/>
            <a:ext cx="7522732" cy="404318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dirty="0">
                <a:solidFill>
                  <a:srgbClr val="004376"/>
                </a:solidFill>
              </a:rPr>
              <a:t>La notion de légitimité.</a:t>
            </a:r>
          </a:p>
          <a:p>
            <a:pPr lvl="1"/>
            <a:r>
              <a:rPr lang="fr-FR" sz="3600" dirty="0">
                <a:solidFill>
                  <a:srgbClr val="E95D0F"/>
                </a:solidFill>
              </a:rPr>
              <a:t>Un attribut mais pas une qualité</a:t>
            </a:r>
          </a:p>
          <a:p>
            <a:pPr lvl="1"/>
            <a:r>
              <a:rPr lang="fr-FR" sz="3600" dirty="0">
                <a:solidFill>
                  <a:srgbClr val="E95D0F"/>
                </a:solidFill>
              </a:rPr>
              <a:t>Pouvoir statutaire</a:t>
            </a:r>
          </a:p>
          <a:p>
            <a:pPr lvl="1"/>
            <a:r>
              <a:rPr lang="fr-FR" sz="3600" dirty="0">
                <a:solidFill>
                  <a:srgbClr val="E95D0F"/>
                </a:solidFill>
              </a:rPr>
              <a:t>Pouvoir d’influence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750470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0F283F79-D24B-3197-27C1-CC0413FCE58A}"/>
              </a:ext>
            </a:extLst>
          </p:cNvPr>
          <p:cNvSpPr txBox="1">
            <a:spLocks/>
          </p:cNvSpPr>
          <p:nvPr/>
        </p:nvSpPr>
        <p:spPr>
          <a:xfrm>
            <a:off x="1628264" y="1508823"/>
            <a:ext cx="7633981" cy="47817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>
                <a:solidFill>
                  <a:srgbClr val="004376"/>
                </a:solidFill>
              </a:rPr>
              <a:t>Développer sa légitimité.</a:t>
            </a:r>
          </a:p>
          <a:p>
            <a:pPr lvl="1"/>
            <a:r>
              <a:rPr lang="fr-FR" sz="3200" dirty="0">
                <a:solidFill>
                  <a:srgbClr val="E95D0F"/>
                </a:solidFill>
              </a:rPr>
              <a:t>Être au clair avec votre supérieur</a:t>
            </a:r>
          </a:p>
          <a:p>
            <a:pPr lvl="1"/>
            <a:r>
              <a:rPr lang="fr-FR" sz="3200" dirty="0">
                <a:solidFill>
                  <a:srgbClr val="E95D0F"/>
                </a:solidFill>
              </a:rPr>
              <a:t>Développer votre capacité à convaincre</a:t>
            </a:r>
          </a:p>
          <a:p>
            <a:pPr lvl="1"/>
            <a:r>
              <a:rPr lang="fr-FR" sz="3200" dirty="0">
                <a:solidFill>
                  <a:srgbClr val="E95D0F"/>
                </a:solidFill>
              </a:rPr>
              <a:t>Développer votre capacité à gérer les conflits</a:t>
            </a:r>
          </a:p>
          <a:p>
            <a:pPr lvl="1"/>
            <a:r>
              <a:rPr lang="fr-FR" sz="3200" dirty="0">
                <a:solidFill>
                  <a:srgbClr val="E95D0F"/>
                </a:solidFill>
              </a:rPr>
              <a:t>Définissez avec votre équipe comment vous allez fonctionner ensemble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832164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ADACFB4-AA43-68F7-9E7E-C0CE3A1186D7}"/>
              </a:ext>
            </a:extLst>
          </p:cNvPr>
          <p:cNvSpPr txBox="1">
            <a:spLocks/>
          </p:cNvSpPr>
          <p:nvPr/>
        </p:nvSpPr>
        <p:spPr>
          <a:xfrm>
            <a:off x="1512852" y="1045590"/>
            <a:ext cx="7219667" cy="3701002"/>
          </a:xfrm>
          <a:prstGeom prst="rect">
            <a:avLst/>
          </a:prstGeom>
        </p:spPr>
        <p:txBody>
          <a:bodyPr vert="horz" lIns="0" tIns="72000" rIns="91440" bIns="45720" rtlCol="0">
            <a:normAutofit/>
          </a:bodyPr>
          <a:lstStyle>
            <a:lvl1pPr marL="285750" indent="-2857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E95D0F"/>
              </a:buClr>
              <a:buFont typeface="Wingdings" panose="05000000000000000000" pitchFamily="2" charset="2"/>
              <a:buChar char="Ø"/>
              <a:defRPr sz="1050" b="1" i="0" kern="1200" baseline="0">
                <a:solidFill>
                  <a:srgbClr val="E95D0F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2007A"/>
              </a:buClr>
              <a:buFont typeface="Arial" panose="020B0604020202020204" pitchFamily="34" charset="0"/>
              <a:buChar char="•"/>
              <a:defRPr sz="900" b="0" i="0" kern="1200" baseline="0">
                <a:solidFill>
                  <a:srgbClr val="E2007A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b="0" i="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788" b="0" i="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788" b="0" i="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5D0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srgbClr val="E95D0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Donner vos règles de fonctionnement</a:t>
            </a:r>
          </a:p>
          <a:p>
            <a:pPr marL="342900" marR="0" lvl="1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2007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2650" b="0" i="0" u="none" strike="noStrike" kern="1200" cap="none" spc="0" normalizeH="0" baseline="0" noProof="0" dirty="0">
              <a:ln>
                <a:noFill/>
              </a:ln>
              <a:solidFill>
                <a:srgbClr val="E95D0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628650" marR="0" lvl="1" indent="-2857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2007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E2007A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6899806-1EF6-4D36-3CF9-10131FB59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651" y="2173017"/>
            <a:ext cx="5257991" cy="372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72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1758461" y="1186962"/>
            <a:ext cx="880989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06722"/>
                </a:solidFill>
              </a:rPr>
              <a:t>Définissez votre périmètre! </a:t>
            </a:r>
          </a:p>
          <a:p>
            <a:endParaRPr lang="fr-FR" sz="3200" dirty="0"/>
          </a:p>
          <a:p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83AA7F7-CDFB-B801-D10D-9A258B4AC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967" y="2302180"/>
            <a:ext cx="5360565" cy="3216339"/>
          </a:xfrm>
          <a:prstGeom prst="rect">
            <a:avLst/>
          </a:prstGeom>
        </p:spPr>
      </p:pic>
      <p:pic>
        <p:nvPicPr>
          <p:cNvPr id="8" name="Graphique 7" descr="En haut avec un remplissage uni">
            <a:extLst>
              <a:ext uri="{FF2B5EF4-FFF2-40B4-BE49-F238E27FC236}">
                <a16:creationId xmlns:a16="http://schemas.microsoft.com/office/drawing/2014/main" id="{8AFCBB93-4BDD-393F-5AA6-C161BCBF9D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47027" y="9896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49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LES RÔLES DU MANAGER 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EB227033-B554-0F0E-E72F-6FC47B196BA7}"/>
              </a:ext>
            </a:extLst>
          </p:cNvPr>
          <p:cNvSpPr txBox="1">
            <a:spLocks/>
          </p:cNvSpPr>
          <p:nvPr/>
        </p:nvSpPr>
        <p:spPr>
          <a:xfrm>
            <a:off x="1506584" y="1489166"/>
            <a:ext cx="7411992" cy="4574283"/>
          </a:xfrm>
          <a:prstGeom prst="rect">
            <a:avLst/>
          </a:prstGeom>
        </p:spPr>
        <p:txBody>
          <a:bodyPr vert="horz" lIns="0" tIns="72000" rIns="91440" bIns="45720" rtlCol="0">
            <a:normAutofit/>
          </a:bodyPr>
          <a:lstStyle>
            <a:lvl1pPr marL="285750" indent="-2857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E95D0F"/>
              </a:buClr>
              <a:buFont typeface="Wingdings" panose="05000000000000000000" pitchFamily="2" charset="2"/>
              <a:buChar char="Ø"/>
              <a:defRPr sz="1050" b="1" i="0" kern="1200" baseline="0">
                <a:solidFill>
                  <a:srgbClr val="E95D0F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2007A"/>
              </a:buClr>
              <a:buFont typeface="Arial" panose="020B0604020202020204" pitchFamily="34" charset="0"/>
              <a:buChar char="•"/>
              <a:defRPr sz="900" b="0" i="0" kern="1200" baseline="0">
                <a:solidFill>
                  <a:srgbClr val="E2007A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b="0" i="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788" b="0" i="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788" b="0" i="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5D0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4000" b="1" i="0" u="none" strike="noStrike" kern="1200" cap="none" spc="0" normalizeH="0" baseline="0" noProof="0" dirty="0">
                <a:ln>
                  <a:noFill/>
                </a:ln>
                <a:solidFill>
                  <a:srgbClr val="E95D0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Organiser</a:t>
            </a:r>
          </a:p>
          <a:p>
            <a:pPr marL="285750" marR="0" lvl="0" indent="-2857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5D0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4000" b="1" i="0" u="none" strike="noStrike" kern="1200" cap="none" spc="0" normalizeH="0" baseline="0" noProof="0" dirty="0">
                <a:ln>
                  <a:noFill/>
                </a:ln>
                <a:solidFill>
                  <a:srgbClr val="E95D0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Décider</a:t>
            </a:r>
          </a:p>
          <a:p>
            <a:pPr marL="285750" marR="0" lvl="0" indent="-2857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5D0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4000" b="1" i="0" u="none" strike="noStrike" kern="1200" cap="none" spc="0" normalizeH="0" baseline="0" noProof="0" dirty="0">
                <a:ln>
                  <a:noFill/>
                </a:ln>
                <a:solidFill>
                  <a:srgbClr val="E95D0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Animer</a:t>
            </a:r>
          </a:p>
          <a:p>
            <a:pPr marL="285750" marR="0" lvl="0" indent="-2857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5D0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4000" b="1" i="0" u="none" strike="noStrike" kern="1200" cap="none" spc="0" normalizeH="0" baseline="0" noProof="0" dirty="0">
                <a:ln>
                  <a:noFill/>
                </a:ln>
                <a:solidFill>
                  <a:srgbClr val="E95D0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Contrôler</a:t>
            </a:r>
          </a:p>
          <a:p>
            <a:pPr marL="285750" marR="0" lvl="0" indent="-2857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5D0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4000" b="1" i="0" u="none" strike="noStrike" kern="1200" cap="none" spc="0" normalizeH="0" baseline="0" noProof="0" dirty="0">
                <a:ln>
                  <a:noFill/>
                </a:ln>
                <a:solidFill>
                  <a:srgbClr val="E95D0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Anticiper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7E20D9B-D483-A463-25E4-0FE9E455EA03}"/>
              </a:ext>
            </a:extLst>
          </p:cNvPr>
          <p:cNvSpPr txBox="1"/>
          <p:nvPr/>
        </p:nvSpPr>
        <p:spPr>
          <a:xfrm>
            <a:off x="7699609" y="4894217"/>
            <a:ext cx="4048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004376"/>
                </a:solidFill>
              </a:rPr>
              <a:t>Evaluez-vous!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0696C7F-DC68-5458-FF38-D10C2A0FC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733" y="3776307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84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1691054" y="2508039"/>
            <a:ext cx="8809892" cy="1569660"/>
          </a:xfrm>
          <a:prstGeom prst="rect">
            <a:avLst/>
          </a:prstGeom>
          <a:solidFill>
            <a:srgbClr val="004376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6000" b="1" dirty="0">
                <a:solidFill>
                  <a:schemeClr val="bg1"/>
                </a:solidFill>
              </a:rPr>
              <a:t>LA COMMUNICATION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</p:spTree>
    <p:extLst>
      <p:ext uri="{BB962C8B-B14F-4D97-AF65-F5344CB8AC3E}">
        <p14:creationId xmlns:p14="http://schemas.microsoft.com/office/powerpoint/2010/main" val="3253084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LA COMMUNICATION 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510812" y="1161989"/>
            <a:ext cx="880989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4376"/>
                </a:solidFill>
              </a:rPr>
              <a:t>Pierre angulaire du management </a:t>
            </a:r>
          </a:p>
          <a:p>
            <a:endParaRPr lang="fr-FR" dirty="0"/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endParaRPr lang="fr-FR" dirty="0">
              <a:solidFill>
                <a:srgbClr val="004376"/>
              </a:solidFill>
            </a:endParaRPr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4376"/>
                </a:solidFill>
              </a:rPr>
              <a:t>Pour impliquer</a:t>
            </a:r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4376"/>
                </a:solidFill>
              </a:rPr>
              <a:t>Pour donner du sens</a:t>
            </a:r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4376"/>
                </a:solidFill>
              </a:rPr>
              <a:t>Pour faire comprendre</a:t>
            </a:r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4376"/>
                </a:solidFill>
              </a:rPr>
              <a:t>Pour faire progresser</a:t>
            </a:r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4376"/>
                </a:solidFill>
              </a:rPr>
              <a:t>Pour fidéliser</a:t>
            </a:r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4376"/>
                </a:solidFill>
              </a:rPr>
              <a:t>Pour faire vivre</a:t>
            </a:r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4376"/>
                </a:solidFill>
              </a:rPr>
              <a:t>Pour collaborer</a:t>
            </a:r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4376"/>
                </a:solidFill>
              </a:rPr>
              <a:t>Pour préparer…</a:t>
            </a:r>
          </a:p>
          <a:p>
            <a:pPr>
              <a:buClr>
                <a:srgbClr val="F06722"/>
              </a:buClr>
            </a:pPr>
            <a:endParaRPr lang="fr-FR" dirty="0">
              <a:solidFill>
                <a:srgbClr val="004376"/>
              </a:solidFill>
            </a:endParaRPr>
          </a:p>
          <a:p>
            <a:pPr>
              <a:buClr>
                <a:srgbClr val="F06722"/>
              </a:buClr>
            </a:pPr>
            <a:endParaRPr lang="fr-FR" dirty="0">
              <a:solidFill>
                <a:srgbClr val="004376"/>
              </a:solidFill>
            </a:endParaRP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4F0E418D-4820-C7F0-986C-7AEAD06DE9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155140"/>
              </p:ext>
            </p:extLst>
          </p:nvPr>
        </p:nvGraphicFramePr>
        <p:xfrm>
          <a:off x="4801326" y="1706880"/>
          <a:ext cx="6633029" cy="4344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992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LA COMMUNICATION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A2C5F97D-5F4E-3FE9-0B5A-0F87B896C140}"/>
              </a:ext>
            </a:extLst>
          </p:cNvPr>
          <p:cNvSpPr txBox="1">
            <a:spLocks/>
          </p:cNvSpPr>
          <p:nvPr/>
        </p:nvSpPr>
        <p:spPr>
          <a:xfrm>
            <a:off x="1635050" y="1376694"/>
            <a:ext cx="7874710" cy="4397089"/>
          </a:xfrm>
          <a:prstGeom prst="rect">
            <a:avLst/>
          </a:prstGeom>
        </p:spPr>
        <p:txBody>
          <a:bodyPr vert="horz" lIns="0" tIns="72000" rIns="91440" bIns="45720" rtlCol="0">
            <a:normAutofit/>
          </a:bodyPr>
          <a:lstStyle>
            <a:lvl1pPr marL="285750" indent="-2857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E95D0F"/>
              </a:buClr>
              <a:buFont typeface="Wingdings" panose="05000000000000000000" pitchFamily="2" charset="2"/>
              <a:buChar char="Ø"/>
              <a:defRPr sz="1050" b="1" i="0" kern="1200" baseline="0">
                <a:solidFill>
                  <a:srgbClr val="E95D0F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2007A"/>
              </a:buClr>
              <a:buFont typeface="Arial" panose="020B0604020202020204" pitchFamily="34" charset="0"/>
              <a:buChar char="•"/>
              <a:defRPr sz="900" b="0" i="0" kern="1200" baseline="0">
                <a:solidFill>
                  <a:srgbClr val="E2007A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b="0" i="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788" b="0" i="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788" b="0" i="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5D0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rgbClr val="E95D0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-Soyez attentif à votre posture: non verbal et para-verbal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5D0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rgbClr val="E95D0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-Adoptez une attitude de coopération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5D0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rgbClr val="E95D0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-Adaptez-vous au degré de maturité de votre collaborateur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95D0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rgbClr val="E95D0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-Adaptez-vous à la personnalité de votre collaborateur</a:t>
            </a:r>
          </a:p>
        </p:txBody>
      </p:sp>
    </p:spTree>
    <p:extLst>
      <p:ext uri="{BB962C8B-B14F-4D97-AF65-F5344CB8AC3E}">
        <p14:creationId xmlns:p14="http://schemas.microsoft.com/office/powerpoint/2010/main" val="3150961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691054" y="1769563"/>
            <a:ext cx="880989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4376"/>
                </a:solidFill>
              </a:rPr>
              <a:t>La carte n’est pas le territoire!!</a:t>
            </a:r>
          </a:p>
          <a:p>
            <a:endParaRPr lang="fr-FR" sz="3600" b="1" dirty="0">
              <a:solidFill>
                <a:srgbClr val="004376"/>
              </a:solidFill>
            </a:endParaRPr>
          </a:p>
          <a:p>
            <a:r>
              <a:rPr lang="fr-FR" sz="3600" b="1" dirty="0">
                <a:solidFill>
                  <a:srgbClr val="004376"/>
                </a:solidFill>
              </a:rPr>
              <a:t>La solution: </a:t>
            </a:r>
            <a:r>
              <a:rPr lang="fr-FR" sz="4400" b="1" dirty="0">
                <a:solidFill>
                  <a:srgbClr val="F06722"/>
                </a:solidFill>
              </a:rPr>
              <a:t>s’adapter! 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2DD73B-C1FD-C44F-8E36-B126E8A5C6FF}"/>
              </a:ext>
            </a:extLst>
          </p:cNvPr>
          <p:cNvSpPr txBox="1"/>
          <p:nvPr/>
        </p:nvSpPr>
        <p:spPr>
          <a:xfrm>
            <a:off x="7785462" y="4972594"/>
            <a:ext cx="3457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4376"/>
                </a:solidFill>
              </a:rPr>
              <a:t>Exercice: la femme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2FBC1E8-69EE-5F40-272E-60CB9FD9A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6467" y="3777896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98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1691054" y="2508039"/>
            <a:ext cx="8809892" cy="1569660"/>
          </a:xfrm>
          <a:prstGeom prst="rect">
            <a:avLst/>
          </a:prstGeom>
          <a:solidFill>
            <a:srgbClr val="004376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6000" b="1" dirty="0">
                <a:solidFill>
                  <a:schemeClr val="bg1"/>
                </a:solidFill>
              </a:rPr>
              <a:t>ARC EN CIEL DISC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</p:spTree>
    <p:extLst>
      <p:ext uri="{BB962C8B-B14F-4D97-AF65-F5344CB8AC3E}">
        <p14:creationId xmlns:p14="http://schemas.microsoft.com/office/powerpoint/2010/main" val="703990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AEC-Disc 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4844018-65D2-CEF9-A532-3502539453F4}"/>
              </a:ext>
            </a:extLst>
          </p:cNvPr>
          <p:cNvSpPr txBox="1"/>
          <p:nvPr/>
        </p:nvSpPr>
        <p:spPr>
          <a:xfrm>
            <a:off x="1380391" y="1440180"/>
            <a:ext cx="28270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4376"/>
                </a:solidFill>
              </a:rPr>
              <a:t>La réussite de :</a:t>
            </a:r>
          </a:p>
          <a:p>
            <a:r>
              <a:rPr lang="fr-FR" sz="3200" dirty="0">
                <a:solidFill>
                  <a:srgbClr val="004376"/>
                </a:solidFill>
              </a:rPr>
              <a:t>-l’individu</a:t>
            </a:r>
          </a:p>
          <a:p>
            <a:endParaRPr lang="fr-FR" sz="3200" dirty="0">
              <a:solidFill>
                <a:srgbClr val="004376"/>
              </a:solidFill>
            </a:endParaRPr>
          </a:p>
          <a:p>
            <a:r>
              <a:rPr lang="fr-FR" sz="3200" dirty="0">
                <a:solidFill>
                  <a:srgbClr val="004376"/>
                </a:solidFill>
              </a:rPr>
              <a:t>-l’équipe</a:t>
            </a:r>
          </a:p>
          <a:p>
            <a:endParaRPr lang="fr-FR" sz="3200" dirty="0">
              <a:solidFill>
                <a:srgbClr val="004376"/>
              </a:solidFill>
            </a:endParaRPr>
          </a:p>
          <a:p>
            <a:r>
              <a:rPr lang="fr-FR" sz="3200" dirty="0">
                <a:solidFill>
                  <a:srgbClr val="004376"/>
                </a:solidFill>
              </a:rPr>
              <a:t>-l’entreprise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726240A-2923-3866-84F0-B487CF46D330}"/>
              </a:ext>
            </a:extLst>
          </p:cNvPr>
          <p:cNvSpPr txBox="1"/>
          <p:nvPr/>
        </p:nvSpPr>
        <p:spPr>
          <a:xfrm>
            <a:off x="4833056" y="1440180"/>
            <a:ext cx="65436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4376"/>
                </a:solidFill>
              </a:rPr>
              <a:t>Va dépendre de :</a:t>
            </a:r>
          </a:p>
          <a:p>
            <a:r>
              <a:rPr lang="fr-FR" sz="3200" dirty="0">
                <a:solidFill>
                  <a:srgbClr val="004376"/>
                </a:solidFill>
              </a:rPr>
              <a:t>-se connaître et s’apprécier</a:t>
            </a:r>
          </a:p>
          <a:p>
            <a:endParaRPr lang="fr-FR" sz="3200" dirty="0">
              <a:solidFill>
                <a:srgbClr val="004376"/>
              </a:solidFill>
            </a:endParaRPr>
          </a:p>
          <a:p>
            <a:r>
              <a:rPr lang="fr-FR" sz="3200" dirty="0">
                <a:solidFill>
                  <a:srgbClr val="004376"/>
                </a:solidFill>
              </a:rPr>
              <a:t>-connaître et apprécier les autres</a:t>
            </a:r>
          </a:p>
          <a:p>
            <a:endParaRPr lang="fr-FR" sz="3200" dirty="0">
              <a:solidFill>
                <a:srgbClr val="004376"/>
              </a:solidFill>
            </a:endParaRPr>
          </a:p>
          <a:p>
            <a:r>
              <a:rPr lang="fr-FR" sz="3200" dirty="0">
                <a:solidFill>
                  <a:srgbClr val="004376"/>
                </a:solidFill>
              </a:rPr>
              <a:t>-mettre en synergie les collaborateurs   </a:t>
            </a:r>
          </a:p>
        </p:txBody>
      </p:sp>
    </p:spTree>
    <p:extLst>
      <p:ext uri="{BB962C8B-B14F-4D97-AF65-F5344CB8AC3E}">
        <p14:creationId xmlns:p14="http://schemas.microsoft.com/office/powerpoint/2010/main" val="1805795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AEC-Disc 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2212196-931A-2FC7-FBCB-90E9A02BF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913" y="935520"/>
            <a:ext cx="5316173" cy="49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98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4" descr="K:\Roue Arc En Ciel DISC last\rouenumero800.png">
            <a:extLst>
              <a:ext uri="{FF2B5EF4-FFF2-40B4-BE49-F238E27FC236}">
                <a16:creationId xmlns:a16="http://schemas.microsoft.com/office/drawing/2014/main" id="{205AACAE-442B-4293-946D-40B83A7FB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139" y="1446214"/>
            <a:ext cx="4149725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3">
            <a:extLst>
              <a:ext uri="{FF2B5EF4-FFF2-40B4-BE49-F238E27FC236}">
                <a16:creationId xmlns:a16="http://schemas.microsoft.com/office/drawing/2014/main" id="{4D53097E-0AD9-430E-84A6-D82AA8064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325" y="4845050"/>
            <a:ext cx="2514600" cy="13779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r">
              <a:lnSpc>
                <a:spcPct val="90000"/>
              </a:lnSpc>
              <a:defRPr/>
            </a:pPr>
            <a:r>
              <a:rPr lang="fr-FR" sz="1400" b="1" dirty="0">
                <a:solidFill>
                  <a:srgbClr val="2D692B"/>
                </a:solidFill>
                <a:latin typeface="Tahoma" pitchFamily="34" charset="0"/>
                <a:cs typeface="Tahoma" pitchFamily="34" charset="0"/>
              </a:rPr>
              <a:t>Coopératif</a:t>
            </a:r>
          </a:p>
          <a:p>
            <a:pPr algn="r"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Orienté vers le maintien d’une harmonie stabilisée. Approche méthodique.</a:t>
            </a:r>
          </a:p>
          <a:p>
            <a:pPr algn="r"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Rythme détendu.</a:t>
            </a:r>
          </a:p>
          <a:p>
            <a:pPr algn="r"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Participation en équipe.</a:t>
            </a:r>
          </a:p>
          <a:p>
            <a:pPr algn="r"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Sécurisant. Rassurant.</a:t>
            </a:r>
            <a:endParaRPr lang="fr-FR" sz="1200" b="1" dirty="0">
              <a:latin typeface="Tahoma" pitchFamily="34" charset="0"/>
              <a:cs typeface="Tahoma" pitchFamily="34" charset="0"/>
            </a:endParaRPr>
          </a:p>
          <a:p>
            <a:pPr algn="r">
              <a:lnSpc>
                <a:spcPct val="90000"/>
              </a:lnSpc>
              <a:defRPr/>
            </a:pPr>
            <a:endParaRPr lang="fr-FR" sz="1400" dirty="0">
              <a:solidFill>
                <a:srgbClr val="FFFFFF">
                  <a:lumMod val="65000"/>
                </a:srgbClr>
              </a:solidFill>
              <a:latin typeface="Tahoma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8C9D1B-BD81-4F23-90AF-7E37B4A31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425" y="1441450"/>
            <a:ext cx="6350" cy="6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fr-FR" sz="4400" b="1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66565" name="AutoShape 7">
            <a:extLst>
              <a:ext uri="{FF2B5EF4-FFF2-40B4-BE49-F238E27FC236}">
                <a16:creationId xmlns:a16="http://schemas.microsoft.com/office/drawing/2014/main" id="{247FE684-9F6E-4F4A-A8D4-11184DA77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674688"/>
            <a:ext cx="2514600" cy="1530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10157B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Normatif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fr-FR" altLang="fr-FR" sz="1200">
                <a:latin typeface="Tahoma" panose="020B0604030504040204" pitchFamily="34" charset="0"/>
                <a:cs typeface="Tahoma" panose="020B0604030504040204" pitchFamily="34" charset="0"/>
              </a:rPr>
              <a:t>Orienté vers les règles et les procédures. Analyse les faits et les données chiffrées et rationnelles. Prend des décisions sûres et prudentes. 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fr-FR" altLang="fr-FR" sz="1200">
                <a:latin typeface="Tahoma" panose="020B0604030504040204" pitchFamily="34" charset="0"/>
                <a:cs typeface="Tahoma" panose="020B0604030504040204" pitchFamily="34" charset="0"/>
              </a:rPr>
              <a:t>Etablit et maintient des standards de haute qualité.</a:t>
            </a:r>
            <a:endParaRPr lang="fr-FR" altLang="fr-FR" sz="1200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559465C4-7889-4872-8CAC-F5FEF4523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52400"/>
            <a:ext cx="3200400" cy="11890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1400" b="1" dirty="0">
                <a:solidFill>
                  <a:srgbClr val="10157B"/>
                </a:solidFill>
                <a:latin typeface="Tahoma" pitchFamily="34" charset="0"/>
                <a:cs typeface="Tahoma" pitchFamily="34" charset="0"/>
              </a:rPr>
              <a:t>Organ</a:t>
            </a:r>
            <a:r>
              <a:rPr lang="fr-FR" sz="1400" b="1" dirty="0">
                <a:solidFill>
                  <a:srgbClr val="F50E08"/>
                </a:solidFill>
                <a:latin typeface="Tahoma" pitchFamily="34" charset="0"/>
                <a:cs typeface="Tahoma" pitchFamily="34" charset="0"/>
              </a:rPr>
              <a:t>isant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Orienté vers la tâche.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Étude et solution de problèmes. Talents d’organisation.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Analyse les processus dans une logique de résultats.</a:t>
            </a:r>
            <a:endParaRPr lang="fr-FR" sz="1200" dirty="0">
              <a:latin typeface="Tahoma" pitchFamily="34" charset="0"/>
            </a:endParaRPr>
          </a:p>
        </p:txBody>
      </p:sp>
      <p:sp>
        <p:nvSpPr>
          <p:cNvPr id="66567" name="AutoShape 9">
            <a:extLst>
              <a:ext uri="{FF2B5EF4-FFF2-40B4-BE49-F238E27FC236}">
                <a16:creationId xmlns:a16="http://schemas.microsoft.com/office/drawing/2014/main" id="{22C74E6C-B2F4-42F2-9345-C2469183D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8425" y="733425"/>
            <a:ext cx="2819400" cy="14620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F50E0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Directif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fr-FR" altLang="fr-FR" sz="1200">
                <a:latin typeface="Tahoma" panose="020B0604030504040204" pitchFamily="34" charset="0"/>
                <a:cs typeface="Tahoma" panose="020B0604030504040204" pitchFamily="34" charset="0"/>
              </a:rPr>
              <a:t>Orienté vers les résultats.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fr-FR" altLang="fr-FR" sz="1200">
                <a:latin typeface="Tahoma" panose="020B0604030504040204" pitchFamily="34" charset="0"/>
                <a:cs typeface="Tahoma" panose="020B0604030504040204" pitchFamily="34" charset="0"/>
              </a:rPr>
              <a:t>Prise de décision ferme-rapide.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fr-FR" altLang="fr-FR" sz="1200">
                <a:latin typeface="Tahoma" panose="020B0604030504040204" pitchFamily="34" charset="0"/>
                <a:cs typeface="Tahoma" panose="020B0604030504040204" pitchFamily="34" charset="0"/>
              </a:rPr>
              <a:t>Exerce ses responsabilités.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fr-FR" altLang="fr-FR" sz="1200">
                <a:latin typeface="Tahoma" panose="020B0604030504040204" pitchFamily="34" charset="0"/>
                <a:cs typeface="Tahoma" panose="020B0604030504040204" pitchFamily="34" charset="0"/>
              </a:rPr>
              <a:t>Expéditif. Relève les défis.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fr-FR" altLang="fr-FR" sz="1200">
                <a:latin typeface="Tahoma" panose="020B0604030504040204" pitchFamily="34" charset="0"/>
                <a:cs typeface="Tahoma" panose="020B0604030504040204" pitchFamily="34" charset="0"/>
              </a:rPr>
              <a:t>Audacieux-volontaire. Exigeant avec soi-même comme avec autrui.</a:t>
            </a:r>
            <a:endParaRPr lang="fr-FR" altLang="fr-FR" sz="1200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568" name="AutoShape 10">
            <a:extLst>
              <a:ext uri="{FF2B5EF4-FFF2-40B4-BE49-F238E27FC236}">
                <a16:creationId xmlns:a16="http://schemas.microsoft.com/office/drawing/2014/main" id="{E8C2793D-E44D-4E41-BFE4-655F03554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2568576"/>
            <a:ext cx="2241550" cy="1939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F50E08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Promo</a:t>
            </a:r>
            <a:r>
              <a:rPr lang="fr-FR" altLang="fr-FR" sz="1400" b="1">
                <a:solidFill>
                  <a:srgbClr val="FED614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uvant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fr-FR" altLang="fr-FR" sz="1200">
                <a:latin typeface="Tahoma" panose="020B0604030504040204" pitchFamily="34" charset="0"/>
                <a:cs typeface="Tahoma" panose="020B0604030504040204" pitchFamily="34" charset="0"/>
              </a:rPr>
              <a:t>Attitude extravertie. Orienté vers les personnes et les résultats. Initie et développe de nouveaux projets avec intuition. Suscite l’enthousiasme. Communicateur.  Persuasif. Agent de changement. Innovant.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GB" altLang="fr-FR" sz="1400">
              <a:solidFill>
                <a:srgbClr val="D8D8D8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483D8B05-64DC-4257-80B0-CD57F54B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3" y="5667375"/>
            <a:ext cx="2819400" cy="1092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defRPr/>
            </a:pPr>
            <a:r>
              <a:rPr lang="fr-FR" sz="1400" b="1" dirty="0">
                <a:solidFill>
                  <a:srgbClr val="2D692B"/>
                </a:solidFill>
                <a:latin typeface="Tahoma" pitchFamily="34" charset="0"/>
                <a:cs typeface="Tahoma" pitchFamily="34" charset="0"/>
              </a:rPr>
              <a:t>Facil</a:t>
            </a:r>
            <a:r>
              <a:rPr lang="fr-FR" sz="1400" b="1" dirty="0">
                <a:solidFill>
                  <a:srgbClr val="FED614"/>
                </a:solidFill>
                <a:latin typeface="Tahoma" pitchFamily="34" charset="0"/>
                <a:cs typeface="Tahoma" pitchFamily="34" charset="0"/>
              </a:rPr>
              <a:t>itant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Orienté vers la relation. Travail d’équipe. Soutien et assistance.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Qualités d’écoute et de motivation. Environnement de travail harmonieux</a:t>
            </a:r>
            <a:endParaRPr lang="fr-FR" sz="1200" dirty="0">
              <a:latin typeface="Tahoma" pitchFamily="34" charset="0"/>
            </a:endParaRP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CDC944B3-84AB-4C59-8D63-1762BBB45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013" y="2568576"/>
            <a:ext cx="2057400" cy="1939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r">
              <a:lnSpc>
                <a:spcPct val="90000"/>
              </a:lnSpc>
              <a:defRPr/>
            </a:pPr>
            <a:r>
              <a:rPr lang="fr-FR" sz="1400" b="1" dirty="0">
                <a:solidFill>
                  <a:srgbClr val="10157B"/>
                </a:solidFill>
                <a:latin typeface="Tahoma" pitchFamily="34" charset="0"/>
                <a:cs typeface="Tahoma" pitchFamily="34" charset="0"/>
              </a:rPr>
              <a:t>Coord</a:t>
            </a:r>
            <a:r>
              <a:rPr lang="fr-FR" sz="1400" b="1" dirty="0">
                <a:solidFill>
                  <a:srgbClr val="2D692B"/>
                </a:solidFill>
                <a:latin typeface="Tahoma" pitchFamily="34" charset="0"/>
                <a:cs typeface="Tahoma" pitchFamily="34" charset="0"/>
              </a:rPr>
              <a:t>onnant</a:t>
            </a:r>
          </a:p>
          <a:p>
            <a:pPr algn="r"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Attitude introvertie. Coordonne les personnes et les fonctions. Fiabilité, diplomatie et coopération. Travaux de routine avec précision et suivi. Adhère aux standards.</a:t>
            </a:r>
          </a:p>
          <a:p>
            <a:pPr>
              <a:lnSpc>
                <a:spcPct val="90000"/>
              </a:lnSpc>
              <a:defRPr/>
            </a:pPr>
            <a:endParaRPr lang="fr-FR" sz="1400" dirty="0">
              <a:solidFill>
                <a:srgbClr val="D8D8D8"/>
              </a:solidFill>
              <a:latin typeface="Tahoma" pitchFamily="34" charset="0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FA1B35D7-2F38-4FFE-9FFC-107A18D70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0" y="4845050"/>
            <a:ext cx="2705100" cy="1322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fr-FR" sz="1400" b="1" dirty="0">
                <a:solidFill>
                  <a:srgbClr val="FED614"/>
                </a:solidFill>
                <a:latin typeface="Tahoma" pitchFamily="34" charset="0"/>
                <a:cs typeface="Tahoma" pitchFamily="34" charset="0"/>
              </a:rPr>
              <a:t>Expansif</a:t>
            </a:r>
          </a:p>
          <a:p>
            <a:pPr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Orienté vers le contact humain.</a:t>
            </a:r>
          </a:p>
          <a:p>
            <a:pPr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Talents d’influence. Relationnel.</a:t>
            </a:r>
          </a:p>
          <a:p>
            <a:pPr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Optimiste. Exprime pensées et idées. Activités variées. Mobile.</a:t>
            </a:r>
          </a:p>
          <a:p>
            <a:pPr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Original. Convivial. Détendu.</a:t>
            </a:r>
          </a:p>
          <a:p>
            <a:pPr>
              <a:lnSpc>
                <a:spcPct val="90000"/>
              </a:lnSpc>
              <a:defRPr/>
            </a:pPr>
            <a:r>
              <a:rPr lang="fr-FR" sz="1200" dirty="0">
                <a:latin typeface="Tahoma" pitchFamily="34" charset="0"/>
                <a:cs typeface="Tahoma" pitchFamily="34" charset="0"/>
              </a:rPr>
              <a:t>Gestion flexible du temps.</a:t>
            </a:r>
            <a:endParaRPr lang="en-GB" sz="1200" dirty="0">
              <a:latin typeface="Tahoma" pitchFamily="34" charset="0"/>
              <a:cs typeface="Tahoma" pitchFamily="34" charset="0"/>
            </a:endParaRPr>
          </a:p>
          <a:p>
            <a:pPr>
              <a:lnSpc>
                <a:spcPct val="90000"/>
              </a:lnSpc>
              <a:defRPr/>
            </a:pPr>
            <a:endParaRPr lang="en-GB" sz="1400" dirty="0">
              <a:solidFill>
                <a:srgbClr val="D8D8D8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66565" grpId="0" animBg="1"/>
      <p:bldP spid="66565" grpId="1" animBg="1"/>
      <p:bldP spid="66565" grpId="2" animBg="1"/>
      <p:bldP spid="8" grpId="0" animBg="1"/>
      <p:bldP spid="8" grpId="1" animBg="1"/>
      <p:bldP spid="8" grpId="2" animBg="1"/>
      <p:bldP spid="66567" grpId="0" animBg="1"/>
      <p:bldP spid="66567" grpId="1" animBg="1"/>
      <p:bldP spid="66567" grpId="2" animBg="1"/>
      <p:bldP spid="66568" grpId="0" animBg="1"/>
      <p:bldP spid="66568" grpId="1" animBg="1"/>
      <p:bldP spid="6656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re 1">
            <a:extLst>
              <a:ext uri="{FF2B5EF4-FFF2-40B4-BE49-F238E27FC236}">
                <a16:creationId xmlns:a16="http://schemas.microsoft.com/office/drawing/2014/main" id="{B28772A6-0C91-40EE-9512-CB67CA835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063" y="142876"/>
            <a:ext cx="8443912" cy="714375"/>
          </a:xfrm>
        </p:spPr>
        <p:txBody>
          <a:bodyPr/>
          <a:lstStyle/>
          <a:p>
            <a:r>
              <a:rPr lang="fr-FR" altLang="fr-FR"/>
              <a:t>Émotions observables</a:t>
            </a:r>
          </a:p>
        </p:txBody>
      </p:sp>
      <p:grpSp>
        <p:nvGrpSpPr>
          <p:cNvPr id="62467" name="Groupe 3">
            <a:extLst>
              <a:ext uri="{FF2B5EF4-FFF2-40B4-BE49-F238E27FC236}">
                <a16:creationId xmlns:a16="http://schemas.microsoft.com/office/drawing/2014/main" id="{E7ADDC9A-80C1-4DB5-BC77-16BE5AB17723}"/>
              </a:ext>
            </a:extLst>
          </p:cNvPr>
          <p:cNvGrpSpPr>
            <a:grpSpLocks/>
          </p:cNvGrpSpPr>
          <p:nvPr/>
        </p:nvGrpSpPr>
        <p:grpSpPr bwMode="auto">
          <a:xfrm>
            <a:off x="3367088" y="1073150"/>
            <a:ext cx="5168900" cy="5168900"/>
            <a:chOff x="1986396" y="1772816"/>
            <a:chExt cx="4306873" cy="4307112"/>
          </a:xfrm>
        </p:grpSpPr>
        <p:sp>
          <p:nvSpPr>
            <p:cNvPr id="62472" name="Arc 6">
              <a:extLst>
                <a:ext uri="{FF2B5EF4-FFF2-40B4-BE49-F238E27FC236}">
                  <a16:creationId xmlns:a16="http://schemas.microsoft.com/office/drawing/2014/main" id="{EAEF5C89-C73E-449F-9264-A74B6AD46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396" y="1772816"/>
              <a:ext cx="2153315" cy="2160000"/>
            </a:xfrm>
            <a:custGeom>
              <a:avLst/>
              <a:gdLst>
                <a:gd name="T0" fmla="*/ 0 w 21600"/>
                <a:gd name="T1" fmla="*/ 2147483646 h 21600"/>
                <a:gd name="T2" fmla="*/ 2147483646 w 21600"/>
                <a:gd name="T3" fmla="*/ 0 h 21600"/>
                <a:gd name="T4" fmla="*/ 2147483646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500"/>
                  </a:moveTo>
                  <a:cubicBezTo>
                    <a:pt x="55" y="9614"/>
                    <a:pt x="9702" y="6"/>
                    <a:pt x="21588" y="0"/>
                  </a:cubicBezTo>
                </a:path>
                <a:path w="21600" h="21600" stroke="0" extrusionOk="0">
                  <a:moveTo>
                    <a:pt x="0" y="21500"/>
                  </a:moveTo>
                  <a:cubicBezTo>
                    <a:pt x="55" y="9614"/>
                    <a:pt x="9702" y="6"/>
                    <a:pt x="21588" y="0"/>
                  </a:cubicBezTo>
                  <a:lnTo>
                    <a:pt x="21600" y="21600"/>
                  </a:lnTo>
                  <a:lnTo>
                    <a:pt x="0" y="21500"/>
                  </a:lnTo>
                  <a:close/>
                </a:path>
              </a:pathLst>
            </a:custGeom>
            <a:solidFill>
              <a:srgbClr val="10157B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2473" name="Arc 10">
              <a:extLst>
                <a:ext uri="{FF2B5EF4-FFF2-40B4-BE49-F238E27FC236}">
                  <a16:creationId xmlns:a16="http://schemas.microsoft.com/office/drawing/2014/main" id="{B722CD98-9A5A-4A0E-BB16-ED27BFAB8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953" y="1772816"/>
              <a:ext cx="2153316" cy="2160000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11" y="0"/>
                  </a:moveTo>
                  <a:cubicBezTo>
                    <a:pt x="11936" y="6"/>
                    <a:pt x="21600" y="9675"/>
                    <a:pt x="21600" y="21600"/>
                  </a:cubicBezTo>
                </a:path>
                <a:path w="21600" h="21600" stroke="0" extrusionOk="0">
                  <a:moveTo>
                    <a:pt x="11" y="0"/>
                  </a:moveTo>
                  <a:cubicBezTo>
                    <a:pt x="11936" y="6"/>
                    <a:pt x="21600" y="9675"/>
                    <a:pt x="21600" y="21600"/>
                  </a:cubicBezTo>
                  <a:lnTo>
                    <a:pt x="0" y="2160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50E08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2474" name="Arc 14">
              <a:extLst>
                <a:ext uri="{FF2B5EF4-FFF2-40B4-BE49-F238E27FC236}">
                  <a16:creationId xmlns:a16="http://schemas.microsoft.com/office/drawing/2014/main" id="{1493B3CF-71C9-4D3E-832C-9DC146E16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396" y="3919928"/>
              <a:ext cx="2160000" cy="2160000"/>
            </a:xfrm>
            <a:custGeom>
              <a:avLst/>
              <a:gdLst>
                <a:gd name="T0" fmla="*/ 2147483646 w 21600"/>
                <a:gd name="T1" fmla="*/ 2147483646 h 21697"/>
                <a:gd name="T2" fmla="*/ 0 w 21600"/>
                <a:gd name="T3" fmla="*/ 0 h 21697"/>
                <a:gd name="T4" fmla="*/ 2147483646 w 21600"/>
                <a:gd name="T5" fmla="*/ 2147483646 h 216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97"/>
                <a:gd name="T11" fmla="*/ 21600 w 21600"/>
                <a:gd name="T12" fmla="*/ 21697 h 216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97" fill="none" extrusionOk="0">
                  <a:moveTo>
                    <a:pt x="21504" y="21696"/>
                  </a:moveTo>
                  <a:cubicBezTo>
                    <a:pt x="9612" y="21643"/>
                    <a:pt x="0" y="11988"/>
                    <a:pt x="0" y="97"/>
                  </a:cubicBezTo>
                  <a:cubicBezTo>
                    <a:pt x="-1" y="64"/>
                    <a:pt x="0" y="32"/>
                    <a:pt x="0" y="0"/>
                  </a:cubicBezTo>
                </a:path>
                <a:path w="21600" h="21697" stroke="0" extrusionOk="0">
                  <a:moveTo>
                    <a:pt x="21504" y="21696"/>
                  </a:moveTo>
                  <a:cubicBezTo>
                    <a:pt x="9612" y="21643"/>
                    <a:pt x="0" y="11988"/>
                    <a:pt x="0" y="97"/>
                  </a:cubicBezTo>
                  <a:cubicBezTo>
                    <a:pt x="-1" y="64"/>
                    <a:pt x="0" y="32"/>
                    <a:pt x="0" y="0"/>
                  </a:cubicBezTo>
                  <a:lnTo>
                    <a:pt x="21600" y="97"/>
                  </a:lnTo>
                  <a:lnTo>
                    <a:pt x="21504" y="21696"/>
                  </a:lnTo>
                  <a:close/>
                </a:path>
              </a:pathLst>
            </a:custGeom>
            <a:solidFill>
              <a:srgbClr val="2D692B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2475" name="Arc 18">
              <a:extLst>
                <a:ext uri="{FF2B5EF4-FFF2-40B4-BE49-F238E27FC236}">
                  <a16:creationId xmlns:a16="http://schemas.microsoft.com/office/drawing/2014/main" id="{82FD9E37-5D6B-4A78-9A98-997908B22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3269" y="3926374"/>
              <a:ext cx="2160000" cy="2153554"/>
            </a:xfrm>
            <a:custGeom>
              <a:avLst/>
              <a:gdLst>
                <a:gd name="T0" fmla="*/ 2147483646 w 21699"/>
                <a:gd name="T1" fmla="*/ 2147483646 h 21600"/>
                <a:gd name="T2" fmla="*/ 0 w 21699"/>
                <a:gd name="T3" fmla="*/ 2147483646 h 21600"/>
                <a:gd name="T4" fmla="*/ 2147483646 w 2169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99"/>
                <a:gd name="T10" fmla="*/ 0 h 21600"/>
                <a:gd name="T11" fmla="*/ 21699 w 216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99" h="21600" fill="none" extrusionOk="0">
                  <a:moveTo>
                    <a:pt x="21698" y="84"/>
                  </a:moveTo>
                  <a:cubicBezTo>
                    <a:pt x="21652" y="11981"/>
                    <a:pt x="11995" y="21599"/>
                    <a:pt x="99" y="21600"/>
                  </a:cubicBezTo>
                  <a:cubicBezTo>
                    <a:pt x="66" y="21600"/>
                    <a:pt x="33" y="21599"/>
                    <a:pt x="0" y="21599"/>
                  </a:cubicBezTo>
                </a:path>
                <a:path w="21699" h="21600" stroke="0" extrusionOk="0">
                  <a:moveTo>
                    <a:pt x="21698" y="84"/>
                  </a:moveTo>
                  <a:cubicBezTo>
                    <a:pt x="21652" y="11981"/>
                    <a:pt x="11995" y="21599"/>
                    <a:pt x="99" y="21600"/>
                  </a:cubicBezTo>
                  <a:cubicBezTo>
                    <a:pt x="66" y="21600"/>
                    <a:pt x="33" y="21599"/>
                    <a:pt x="0" y="21599"/>
                  </a:cubicBezTo>
                  <a:lnTo>
                    <a:pt x="99" y="0"/>
                  </a:lnTo>
                  <a:lnTo>
                    <a:pt x="21698" y="84"/>
                  </a:lnTo>
                  <a:close/>
                </a:path>
              </a:pathLst>
            </a:custGeom>
            <a:solidFill>
              <a:srgbClr val="FED614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2468" name="Rectangle 19">
            <a:extLst>
              <a:ext uri="{FF2B5EF4-FFF2-40B4-BE49-F238E27FC236}">
                <a16:creationId xmlns:a16="http://schemas.microsoft.com/office/drawing/2014/main" id="{88820E35-2B50-4339-AABD-63803007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471739"/>
            <a:ext cx="2286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Colère</a:t>
            </a:r>
          </a:p>
        </p:txBody>
      </p:sp>
      <p:sp>
        <p:nvSpPr>
          <p:cNvPr id="62469" name="Rectangle 20">
            <a:extLst>
              <a:ext uri="{FF2B5EF4-FFF2-40B4-BE49-F238E27FC236}">
                <a16:creationId xmlns:a16="http://schemas.microsoft.com/office/drawing/2014/main" id="{6D1921B6-0434-4AE1-A6A7-47A242534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4314826"/>
            <a:ext cx="2286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Surexcité</a:t>
            </a:r>
          </a:p>
        </p:txBody>
      </p:sp>
      <p:sp>
        <p:nvSpPr>
          <p:cNvPr id="62470" name="Rectangle 21">
            <a:extLst>
              <a:ext uri="{FF2B5EF4-FFF2-40B4-BE49-F238E27FC236}">
                <a16:creationId xmlns:a16="http://schemas.microsoft.com/office/drawing/2014/main" id="{1B966802-3AFE-46E2-AAB9-3F0AFAB9B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4005263"/>
            <a:ext cx="24447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Ne montre pas ses émotions</a:t>
            </a:r>
          </a:p>
        </p:txBody>
      </p:sp>
      <p:sp>
        <p:nvSpPr>
          <p:cNvPr id="62471" name="Rectangle 22">
            <a:extLst>
              <a:ext uri="{FF2B5EF4-FFF2-40B4-BE49-F238E27FC236}">
                <a16:creationId xmlns:a16="http://schemas.microsoft.com/office/drawing/2014/main" id="{4CBAAD5C-8EC5-4319-82CA-5278D4342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2425701"/>
            <a:ext cx="2286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Peur</a:t>
            </a:r>
          </a:p>
        </p:txBody>
      </p:sp>
    </p:spTree>
    <p:extLst>
      <p:ext uri="{BB962C8B-B14F-4D97-AF65-F5344CB8AC3E}">
        <p14:creationId xmlns:p14="http://schemas.microsoft.com/office/powerpoint/2010/main" val="2229352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re 1">
            <a:extLst>
              <a:ext uri="{FF2B5EF4-FFF2-40B4-BE49-F238E27FC236}">
                <a16:creationId xmlns:a16="http://schemas.microsoft.com/office/drawing/2014/main" id="{11FE5B32-CD88-4019-AAD0-752931035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063" y="142876"/>
            <a:ext cx="8443912" cy="714375"/>
          </a:xfrm>
        </p:spPr>
        <p:txBody>
          <a:bodyPr/>
          <a:lstStyle/>
          <a:p>
            <a:r>
              <a:rPr lang="fr-FR" altLang="fr-FR"/>
              <a:t>Les styles de débordement</a:t>
            </a:r>
          </a:p>
        </p:txBody>
      </p:sp>
      <p:grpSp>
        <p:nvGrpSpPr>
          <p:cNvPr id="63491" name="Groupe 3">
            <a:extLst>
              <a:ext uri="{FF2B5EF4-FFF2-40B4-BE49-F238E27FC236}">
                <a16:creationId xmlns:a16="http://schemas.microsoft.com/office/drawing/2014/main" id="{3A265C70-92BA-4653-8B7F-98DC590E94D7}"/>
              </a:ext>
            </a:extLst>
          </p:cNvPr>
          <p:cNvGrpSpPr>
            <a:grpSpLocks/>
          </p:cNvGrpSpPr>
          <p:nvPr/>
        </p:nvGrpSpPr>
        <p:grpSpPr bwMode="auto">
          <a:xfrm>
            <a:off x="3309938" y="1189038"/>
            <a:ext cx="5168900" cy="5162550"/>
            <a:chOff x="1979712" y="1772816"/>
            <a:chExt cx="4306873" cy="4300435"/>
          </a:xfrm>
        </p:grpSpPr>
        <p:sp>
          <p:nvSpPr>
            <p:cNvPr id="63496" name="Arc 6">
              <a:extLst>
                <a:ext uri="{FF2B5EF4-FFF2-40B4-BE49-F238E27FC236}">
                  <a16:creationId xmlns:a16="http://schemas.microsoft.com/office/drawing/2014/main" id="{0C8409E1-3980-480E-9389-C73FBD7CE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712" y="1772816"/>
              <a:ext cx="2160000" cy="2160000"/>
            </a:xfrm>
            <a:custGeom>
              <a:avLst/>
              <a:gdLst>
                <a:gd name="T0" fmla="*/ 0 w 21600"/>
                <a:gd name="T1" fmla="*/ 2147483646 h 21600"/>
                <a:gd name="T2" fmla="*/ 2147483646 w 21600"/>
                <a:gd name="T3" fmla="*/ 0 h 21600"/>
                <a:gd name="T4" fmla="*/ 2147483646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500"/>
                  </a:moveTo>
                  <a:cubicBezTo>
                    <a:pt x="55" y="9614"/>
                    <a:pt x="9702" y="6"/>
                    <a:pt x="21588" y="0"/>
                  </a:cubicBezTo>
                </a:path>
                <a:path w="21600" h="21600" stroke="0" extrusionOk="0">
                  <a:moveTo>
                    <a:pt x="0" y="21500"/>
                  </a:moveTo>
                  <a:cubicBezTo>
                    <a:pt x="55" y="9614"/>
                    <a:pt x="9702" y="6"/>
                    <a:pt x="21588" y="0"/>
                  </a:cubicBezTo>
                  <a:lnTo>
                    <a:pt x="21600" y="21600"/>
                  </a:lnTo>
                  <a:lnTo>
                    <a:pt x="0" y="21500"/>
                  </a:lnTo>
                  <a:close/>
                </a:path>
              </a:pathLst>
            </a:custGeom>
            <a:solidFill>
              <a:srgbClr val="10157B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3497" name="Arc 10">
              <a:extLst>
                <a:ext uri="{FF2B5EF4-FFF2-40B4-BE49-F238E27FC236}">
                  <a16:creationId xmlns:a16="http://schemas.microsoft.com/office/drawing/2014/main" id="{3333B2FB-2CAF-45B5-8306-06B2A04E5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952" y="1772816"/>
              <a:ext cx="2146633" cy="2160000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11" y="0"/>
                  </a:moveTo>
                  <a:cubicBezTo>
                    <a:pt x="11936" y="6"/>
                    <a:pt x="21600" y="9675"/>
                    <a:pt x="21600" y="21600"/>
                  </a:cubicBezTo>
                </a:path>
                <a:path w="21600" h="21600" stroke="0" extrusionOk="0">
                  <a:moveTo>
                    <a:pt x="11" y="0"/>
                  </a:moveTo>
                  <a:cubicBezTo>
                    <a:pt x="11936" y="6"/>
                    <a:pt x="21600" y="9675"/>
                    <a:pt x="21600" y="21600"/>
                  </a:cubicBezTo>
                  <a:lnTo>
                    <a:pt x="0" y="2160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50E08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3498" name="Arc 14">
              <a:extLst>
                <a:ext uri="{FF2B5EF4-FFF2-40B4-BE49-F238E27FC236}">
                  <a16:creationId xmlns:a16="http://schemas.microsoft.com/office/drawing/2014/main" id="{FB8F9C14-43A3-4C4C-BD4A-BF3E0446E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712" y="3913250"/>
              <a:ext cx="2160000" cy="2160000"/>
            </a:xfrm>
            <a:custGeom>
              <a:avLst/>
              <a:gdLst>
                <a:gd name="T0" fmla="*/ 2147483646 w 21600"/>
                <a:gd name="T1" fmla="*/ 2147483646 h 21697"/>
                <a:gd name="T2" fmla="*/ 0 w 21600"/>
                <a:gd name="T3" fmla="*/ 0 h 21697"/>
                <a:gd name="T4" fmla="*/ 2147483646 w 21600"/>
                <a:gd name="T5" fmla="*/ 2147483646 h 216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97"/>
                <a:gd name="T11" fmla="*/ 21600 w 21600"/>
                <a:gd name="T12" fmla="*/ 21697 h 216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97" fill="none" extrusionOk="0">
                  <a:moveTo>
                    <a:pt x="21504" y="21696"/>
                  </a:moveTo>
                  <a:cubicBezTo>
                    <a:pt x="9612" y="21643"/>
                    <a:pt x="0" y="11988"/>
                    <a:pt x="0" y="97"/>
                  </a:cubicBezTo>
                  <a:cubicBezTo>
                    <a:pt x="-1" y="64"/>
                    <a:pt x="0" y="32"/>
                    <a:pt x="0" y="0"/>
                  </a:cubicBezTo>
                </a:path>
                <a:path w="21600" h="21697" stroke="0" extrusionOk="0">
                  <a:moveTo>
                    <a:pt x="21504" y="21696"/>
                  </a:moveTo>
                  <a:cubicBezTo>
                    <a:pt x="9612" y="21643"/>
                    <a:pt x="0" y="11988"/>
                    <a:pt x="0" y="97"/>
                  </a:cubicBezTo>
                  <a:cubicBezTo>
                    <a:pt x="-1" y="64"/>
                    <a:pt x="0" y="32"/>
                    <a:pt x="0" y="0"/>
                  </a:cubicBezTo>
                  <a:lnTo>
                    <a:pt x="21600" y="97"/>
                  </a:lnTo>
                  <a:lnTo>
                    <a:pt x="21504" y="21696"/>
                  </a:lnTo>
                  <a:close/>
                </a:path>
              </a:pathLst>
            </a:custGeom>
            <a:solidFill>
              <a:srgbClr val="2D692B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3499" name="Arc 18">
              <a:extLst>
                <a:ext uri="{FF2B5EF4-FFF2-40B4-BE49-F238E27FC236}">
                  <a16:creationId xmlns:a16="http://schemas.microsoft.com/office/drawing/2014/main" id="{B6107A6C-46B8-44FC-844C-A8407ECDC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6585" y="3919693"/>
              <a:ext cx="2160000" cy="2153558"/>
            </a:xfrm>
            <a:custGeom>
              <a:avLst/>
              <a:gdLst>
                <a:gd name="T0" fmla="*/ 2147483646 w 21699"/>
                <a:gd name="T1" fmla="*/ 2147483646 h 21600"/>
                <a:gd name="T2" fmla="*/ 0 w 21699"/>
                <a:gd name="T3" fmla="*/ 2147483646 h 21600"/>
                <a:gd name="T4" fmla="*/ 2147483646 w 2169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99"/>
                <a:gd name="T10" fmla="*/ 0 h 21600"/>
                <a:gd name="T11" fmla="*/ 21699 w 216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99" h="21600" fill="none" extrusionOk="0">
                  <a:moveTo>
                    <a:pt x="21698" y="84"/>
                  </a:moveTo>
                  <a:cubicBezTo>
                    <a:pt x="21652" y="11981"/>
                    <a:pt x="11995" y="21599"/>
                    <a:pt x="99" y="21600"/>
                  </a:cubicBezTo>
                  <a:cubicBezTo>
                    <a:pt x="66" y="21600"/>
                    <a:pt x="33" y="21599"/>
                    <a:pt x="0" y="21599"/>
                  </a:cubicBezTo>
                </a:path>
                <a:path w="21699" h="21600" stroke="0" extrusionOk="0">
                  <a:moveTo>
                    <a:pt x="21698" y="84"/>
                  </a:moveTo>
                  <a:cubicBezTo>
                    <a:pt x="21652" y="11981"/>
                    <a:pt x="11995" y="21599"/>
                    <a:pt x="99" y="21600"/>
                  </a:cubicBezTo>
                  <a:cubicBezTo>
                    <a:pt x="66" y="21600"/>
                    <a:pt x="33" y="21599"/>
                    <a:pt x="0" y="21599"/>
                  </a:cubicBezTo>
                  <a:lnTo>
                    <a:pt x="99" y="0"/>
                  </a:lnTo>
                  <a:lnTo>
                    <a:pt x="21698" y="84"/>
                  </a:lnTo>
                  <a:close/>
                </a:path>
              </a:pathLst>
            </a:custGeom>
            <a:solidFill>
              <a:srgbClr val="FED614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3492" name="Rectangle 19">
            <a:extLst>
              <a:ext uri="{FF2B5EF4-FFF2-40B4-BE49-F238E27FC236}">
                <a16:creationId xmlns:a16="http://schemas.microsoft.com/office/drawing/2014/main" id="{C456D60F-F152-4A2D-A33E-B13218D31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714" y="2590801"/>
            <a:ext cx="2682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7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Autoritarisme</a:t>
            </a:r>
          </a:p>
        </p:txBody>
      </p:sp>
      <p:sp>
        <p:nvSpPr>
          <p:cNvPr id="63493" name="Rectangle 20">
            <a:extLst>
              <a:ext uri="{FF2B5EF4-FFF2-40B4-BE49-F238E27FC236}">
                <a16:creationId xmlns:a16="http://schemas.microsoft.com/office/drawing/2014/main" id="{B66B17F8-02B7-45A9-8F9C-17C8EA248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688" y="4440239"/>
            <a:ext cx="2286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7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Attaque</a:t>
            </a:r>
          </a:p>
        </p:txBody>
      </p:sp>
      <p:sp>
        <p:nvSpPr>
          <p:cNvPr id="63494" name="Rectangle 21">
            <a:extLst>
              <a:ext uri="{FF2B5EF4-FFF2-40B4-BE49-F238E27FC236}">
                <a16:creationId xmlns:a16="http://schemas.microsoft.com/office/drawing/2014/main" id="{6CC1A9C6-AF28-4CA8-BDEC-AAF79981E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5" y="4440239"/>
            <a:ext cx="2260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7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Soumission</a:t>
            </a:r>
          </a:p>
        </p:txBody>
      </p:sp>
      <p:sp>
        <p:nvSpPr>
          <p:cNvPr id="63495" name="Rectangle 22">
            <a:extLst>
              <a:ext uri="{FF2B5EF4-FFF2-40B4-BE49-F238E27FC236}">
                <a16:creationId xmlns:a16="http://schemas.microsoft.com/office/drawing/2014/main" id="{7C2F488F-D5F3-4313-A45B-FF4748CF2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590801"/>
            <a:ext cx="2286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7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Fuite</a:t>
            </a:r>
          </a:p>
        </p:txBody>
      </p:sp>
    </p:spTree>
    <p:extLst>
      <p:ext uri="{BB962C8B-B14F-4D97-AF65-F5344CB8AC3E}">
        <p14:creationId xmlns:p14="http://schemas.microsoft.com/office/powerpoint/2010/main" val="1027266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AEC-Disc 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A1EF1BF-080F-5E34-7EE2-DB662D6E8CC6}"/>
              </a:ext>
            </a:extLst>
          </p:cNvPr>
          <p:cNvSpPr txBox="1"/>
          <p:nvPr/>
        </p:nvSpPr>
        <p:spPr>
          <a:xfrm>
            <a:off x="1510812" y="1366235"/>
            <a:ext cx="880989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4376"/>
                </a:solidFill>
              </a:rPr>
              <a:t>Et vous?</a:t>
            </a:r>
          </a:p>
          <a:p>
            <a:r>
              <a:rPr lang="fr-FR" sz="3200" b="1" dirty="0">
                <a:solidFill>
                  <a:srgbClr val="004376"/>
                </a:solidFill>
              </a:rPr>
              <a:t>Où vous retrouvez-vous? </a:t>
            </a:r>
          </a:p>
          <a:p>
            <a:endParaRPr lang="fr-FR" dirty="0"/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4376"/>
                </a:solidFill>
              </a:rPr>
              <a:t>Comment les autres doivent-ils s’adapter à vous?</a:t>
            </a:r>
          </a:p>
          <a:p>
            <a:endParaRPr lang="fr-FR" sz="2800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DE2FA0D-CD10-6E61-5BC0-4CC4F3A9C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8353" y="1250887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60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1024052" y="2762427"/>
            <a:ext cx="10143895" cy="1569660"/>
          </a:xfrm>
          <a:prstGeom prst="rect">
            <a:avLst/>
          </a:prstGeom>
          <a:solidFill>
            <a:srgbClr val="004376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6000" b="1" dirty="0">
                <a:solidFill>
                  <a:schemeClr val="bg1"/>
                </a:solidFill>
              </a:rPr>
              <a:t>L’ADAPTATION AUX COULEURS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</p:spTree>
    <p:extLst>
      <p:ext uri="{BB962C8B-B14F-4D97-AF65-F5344CB8AC3E}">
        <p14:creationId xmlns:p14="http://schemas.microsoft.com/office/powerpoint/2010/main" val="3114742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AFBABF0-8209-FCF6-B387-D787D772CFDA}"/>
              </a:ext>
            </a:extLst>
          </p:cNvPr>
          <p:cNvSpPr txBox="1"/>
          <p:nvPr/>
        </p:nvSpPr>
        <p:spPr>
          <a:xfrm>
            <a:off x="1510812" y="1366235"/>
            <a:ext cx="880989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4376"/>
                </a:solidFill>
              </a:rPr>
              <a:t>Et vous?</a:t>
            </a:r>
          </a:p>
          <a:p>
            <a:endParaRPr lang="fr-FR" dirty="0"/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endParaRPr lang="fr-FR" sz="2800" dirty="0">
              <a:solidFill>
                <a:srgbClr val="004376"/>
              </a:solidFill>
            </a:endParaRPr>
          </a:p>
          <a:p>
            <a:pPr marL="285750" indent="-285750">
              <a:buClr>
                <a:srgbClr val="F06722"/>
              </a:buClr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004376"/>
                </a:solidFill>
              </a:rPr>
              <a:t>Comment devez-vous vous adapter aux autres? </a:t>
            </a:r>
          </a:p>
          <a:p>
            <a:endParaRPr lang="fr-FR" sz="2800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2587E42-F6A8-62CB-8FA0-356269074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8353" y="1250887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9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Les motivations 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80391" y="1054436"/>
            <a:ext cx="88098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4376"/>
                </a:solidFill>
              </a:rPr>
              <a:t>Selon la méthode Arc En Ciel, il y en a 6: 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63994257-151A-58D0-E69B-2B9662C5E382}"/>
              </a:ext>
            </a:extLst>
          </p:cNvPr>
          <p:cNvSpPr txBox="1">
            <a:spLocks/>
          </p:cNvSpPr>
          <p:nvPr/>
        </p:nvSpPr>
        <p:spPr>
          <a:xfrm>
            <a:off x="1923954" y="1438023"/>
            <a:ext cx="3767479" cy="42123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3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solidFill>
                  <a:srgbClr val="004376"/>
                </a:solidFill>
              </a:rPr>
              <a:t>-cognitif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solidFill>
                  <a:srgbClr val="004376"/>
                </a:solidFill>
              </a:rPr>
              <a:t>-esthétique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solidFill>
                  <a:srgbClr val="004376"/>
                </a:solidFill>
              </a:rPr>
              <a:t>-utilitaire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solidFill>
                  <a:srgbClr val="004376"/>
                </a:solidFill>
              </a:rPr>
              <a:t>-altruiste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solidFill>
                  <a:srgbClr val="004376"/>
                </a:solidFill>
              </a:rPr>
              <a:t>-individualiste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solidFill>
                  <a:srgbClr val="004376"/>
                </a:solidFill>
              </a:rPr>
              <a:t>-traditionnel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8BA547C-9992-FA70-0236-BF86905C2E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782" t="41409" r="22719" b="18623"/>
          <a:stretch/>
        </p:blipFill>
        <p:spPr>
          <a:xfrm>
            <a:off x="8944203" y="3862899"/>
            <a:ext cx="2240229" cy="2202299"/>
          </a:xfrm>
          <a:prstGeom prst="rect">
            <a:avLst/>
          </a:prstGeom>
        </p:spPr>
      </p:pic>
      <p:pic>
        <p:nvPicPr>
          <p:cNvPr id="8" name="Graphique 7" descr="Création de récits avec un remplissage uni">
            <a:extLst>
              <a:ext uri="{FF2B5EF4-FFF2-40B4-BE49-F238E27FC236}">
                <a16:creationId xmlns:a16="http://schemas.microsoft.com/office/drawing/2014/main" id="{57815991-4F5E-AC47-5CD8-3DC3B08C68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2305" y="1903198"/>
            <a:ext cx="914400" cy="914400"/>
          </a:xfrm>
          <a:prstGeom prst="rect">
            <a:avLst/>
          </a:prstGeom>
        </p:spPr>
      </p:pic>
      <p:pic>
        <p:nvPicPr>
          <p:cNvPr id="10" name="Graphique 9" descr="Pinceau contour">
            <a:extLst>
              <a:ext uri="{FF2B5EF4-FFF2-40B4-BE49-F238E27FC236}">
                <a16:creationId xmlns:a16="http://schemas.microsoft.com/office/drawing/2014/main" id="{FAF64CAB-B553-4671-2780-082079F37D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0580" y="2521222"/>
            <a:ext cx="914400" cy="914400"/>
          </a:xfrm>
          <a:prstGeom prst="rect">
            <a:avLst/>
          </a:prstGeom>
        </p:spPr>
      </p:pic>
      <p:pic>
        <p:nvPicPr>
          <p:cNvPr id="12" name="Graphique 11" descr="Employée de bureau contour">
            <a:extLst>
              <a:ext uri="{FF2B5EF4-FFF2-40B4-BE49-F238E27FC236}">
                <a16:creationId xmlns:a16="http://schemas.microsoft.com/office/drawing/2014/main" id="{280A2E70-257E-4500-D11C-5F4911314F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289" y="3444724"/>
            <a:ext cx="914400" cy="1120806"/>
          </a:xfrm>
          <a:prstGeom prst="rect">
            <a:avLst/>
          </a:prstGeom>
        </p:spPr>
      </p:pic>
      <p:pic>
        <p:nvPicPr>
          <p:cNvPr id="13" name="Graphique 12" descr="Cible contour">
            <a:extLst>
              <a:ext uri="{FF2B5EF4-FFF2-40B4-BE49-F238E27FC236}">
                <a16:creationId xmlns:a16="http://schemas.microsoft.com/office/drawing/2014/main" id="{DA0CB313-27D2-5842-8772-E6C4B4E62E6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55852" y="4269147"/>
            <a:ext cx="914400" cy="914400"/>
          </a:xfrm>
          <a:prstGeom prst="rect">
            <a:avLst/>
          </a:prstGeom>
        </p:spPr>
      </p:pic>
      <p:pic>
        <p:nvPicPr>
          <p:cNvPr id="14" name="Graphique 13" descr="Arbre avec racines contour">
            <a:extLst>
              <a:ext uri="{FF2B5EF4-FFF2-40B4-BE49-F238E27FC236}">
                <a16:creationId xmlns:a16="http://schemas.microsoft.com/office/drawing/2014/main" id="{A3FB4B4B-EC96-0631-E203-3CC714EB80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85360" y="5150798"/>
            <a:ext cx="914400" cy="9144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989BA76-EC1C-09AE-FE27-7DD7C7F84DC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19385" y="3181436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38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re 1">
            <a:extLst>
              <a:ext uri="{FF2B5EF4-FFF2-40B4-BE49-F238E27FC236}">
                <a16:creationId xmlns:a16="http://schemas.microsoft.com/office/drawing/2014/main" id="{A0BFBEB4-6E87-427C-B761-956DB6A84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063" y="271464"/>
            <a:ext cx="8443912" cy="714375"/>
          </a:xfrm>
        </p:spPr>
        <p:txBody>
          <a:bodyPr/>
          <a:lstStyle/>
          <a:p>
            <a:r>
              <a:rPr lang="fr-FR" altLang="fr-FR" dirty="0">
                <a:solidFill>
                  <a:srgbClr val="F06722"/>
                </a:solidFill>
              </a:rPr>
              <a:t>Motivation COGNITIVE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93197BE1-3A93-46B1-A85E-70BAB3F69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560978"/>
              </p:ext>
            </p:extLst>
          </p:nvPr>
        </p:nvGraphicFramePr>
        <p:xfrm>
          <a:off x="1959221" y="1124745"/>
          <a:ext cx="8313737" cy="5379669"/>
        </p:xfrm>
        <a:graphic>
          <a:graphicData uri="http://schemas.openxmlformats.org/drawingml/2006/table">
            <a:tbl>
              <a:tblPr/>
              <a:tblGrid>
                <a:gridCol w="2921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2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14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Attitude Générale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Cherche à découvrir et à comprendre le « pourquoi du comment ».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92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But 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Découvrir la vérité, la connaissance systématique.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14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Passions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Résoudre les problèmes et les mystères par l’investigation.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14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Caractéristiques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une forte rationalité et une structure intellectuelle développée.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14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Excès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Négliger les questions affectives.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14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Stress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 subjectif, l’irrationnel, l’affectif.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22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Forces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Structuré rationnellement, se concentre sur les faits et leur signification.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18000" marT="1928" marB="72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14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Carrière</a:t>
                      </a:r>
                    </a:p>
                  </a:txBody>
                  <a:tcPr marL="91435" marR="91435" marT="45733" marB="45733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 &amp; D, professeur, chercheur, ingénieur.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18000" marT="1928" marB="72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D3248DBC-51E4-3CF2-A324-4FF2EE865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718" y="353586"/>
            <a:ext cx="914479" cy="9144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re 1">
            <a:extLst>
              <a:ext uri="{FF2B5EF4-FFF2-40B4-BE49-F238E27FC236}">
                <a16:creationId xmlns:a16="http://schemas.microsoft.com/office/drawing/2014/main" id="{41259842-CA0C-41CA-8348-10BB0413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063" y="303214"/>
            <a:ext cx="8443912" cy="714375"/>
          </a:xfrm>
        </p:spPr>
        <p:txBody>
          <a:bodyPr/>
          <a:lstStyle/>
          <a:p>
            <a:r>
              <a:rPr lang="fr-FR" altLang="fr-FR" dirty="0">
                <a:solidFill>
                  <a:srgbClr val="F06722"/>
                </a:solidFill>
              </a:rPr>
              <a:t>Motivation ESTHÉTIQUE</a:t>
            </a:r>
          </a:p>
        </p:txBody>
      </p:sp>
      <p:graphicFrame>
        <p:nvGraphicFramePr>
          <p:cNvPr id="4" name="Group 39">
            <a:extLst>
              <a:ext uri="{FF2B5EF4-FFF2-40B4-BE49-F238E27FC236}">
                <a16:creationId xmlns:a16="http://schemas.microsoft.com/office/drawing/2014/main" id="{0EAFF1F9-38E7-4501-A8F3-E2B70D329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981165"/>
              </p:ext>
            </p:extLst>
          </p:nvPr>
        </p:nvGraphicFramePr>
        <p:xfrm>
          <a:off x="1703388" y="1202583"/>
          <a:ext cx="8785225" cy="5555028"/>
        </p:xfrm>
        <a:graphic>
          <a:graphicData uri="http://schemas.openxmlformats.org/drawingml/2006/table">
            <a:tbl>
              <a:tblPr/>
              <a:tblGrid>
                <a:gridCol w="2703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2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99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Attitude Générale</a:t>
                      </a:r>
                    </a:p>
                  </a:txBody>
                  <a:tcPr marL="91443" marR="91443" marT="45717" marB="45717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Expérimente avec sensibilité la beauté intérieure</a:t>
                      </a:r>
                      <a:r>
                        <a:rPr lang="fr-FR" sz="2200" u="none" strike="noStrike" baseline="0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et/ou extérieure.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10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But </a:t>
                      </a:r>
                    </a:p>
                  </a:txBody>
                  <a:tcPr marL="91443" marR="91443" marT="45717" marB="45717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 réaliser en ressentant cette beauté.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99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Passions</a:t>
                      </a:r>
                    </a:p>
                  </a:txBody>
                  <a:tcPr marL="91443" marR="91443" marT="45717" marB="45717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Rechercher la beauté, l’harmonie, les sentiments et les impressions.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199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Caractéristiques</a:t>
                      </a:r>
                    </a:p>
                  </a:txBody>
                  <a:tcPr marL="91443" marR="91443" marT="45717" marB="45717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Ressent le caractère unique des personnes et des situations, subjectif.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96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Excès</a:t>
                      </a:r>
                    </a:p>
                  </a:txBody>
                  <a:tcPr marL="91443" marR="91443" marT="45717" marB="45717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Être en conflit avec l’objectivité et la réalité.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96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Stress</a:t>
                      </a:r>
                    </a:p>
                  </a:txBody>
                  <a:tcPr marL="91443" marR="91443" marT="45717" marB="45717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Pas d’harmonie, la vérité objective « pure et dure ».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199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Forces</a:t>
                      </a:r>
                    </a:p>
                  </a:txBody>
                  <a:tcPr marL="91443" marR="91443" marT="45717" marB="45717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Sensible, se concentre sur son expérience et celles des autres.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96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Carrière</a:t>
                      </a:r>
                    </a:p>
                  </a:txBody>
                  <a:tcPr marL="91443" marR="91443" marT="45717" marB="45717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Psychologie, décoration, artiste, environnement.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 anchor="ctr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D1DAD722-2BEC-EA8C-F80E-A3519D6C1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141" y="560349"/>
            <a:ext cx="914479" cy="91447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re 1">
            <a:extLst>
              <a:ext uri="{FF2B5EF4-FFF2-40B4-BE49-F238E27FC236}">
                <a16:creationId xmlns:a16="http://schemas.microsoft.com/office/drawing/2014/main" id="{20F48090-CACF-4BB9-9B34-3E4ABDAC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063" y="271464"/>
            <a:ext cx="8443912" cy="714375"/>
          </a:xfrm>
        </p:spPr>
        <p:txBody>
          <a:bodyPr/>
          <a:lstStyle/>
          <a:p>
            <a:r>
              <a:rPr lang="fr-FR" altLang="fr-FR" dirty="0">
                <a:solidFill>
                  <a:srgbClr val="F06722"/>
                </a:solidFill>
              </a:rPr>
              <a:t>Motivation UTILITAIRE</a:t>
            </a:r>
          </a:p>
        </p:txBody>
      </p:sp>
      <p:graphicFrame>
        <p:nvGraphicFramePr>
          <p:cNvPr id="7" name="Group 41">
            <a:extLst>
              <a:ext uri="{FF2B5EF4-FFF2-40B4-BE49-F238E27FC236}">
                <a16:creationId xmlns:a16="http://schemas.microsoft.com/office/drawing/2014/main" id="{CA2EE749-4384-478E-8A97-3D3F9522E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058365"/>
              </p:ext>
            </p:extLst>
          </p:nvPr>
        </p:nvGraphicFramePr>
        <p:xfrm>
          <a:off x="1753729" y="1235387"/>
          <a:ext cx="8728075" cy="5351150"/>
        </p:xfrm>
        <a:graphic>
          <a:graphicData uri="http://schemas.openxmlformats.org/drawingml/2006/table">
            <a:tbl>
              <a:tblPr/>
              <a:tblGrid>
                <a:gridCol w="301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Attitude Générale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Recherche en tout un retour sur investissement. (R.O.I)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But 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Trouver de l’utilité à toutes choses.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Passions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Obtenir du profit, utiliser des ressources, acquérir des biens.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Caractéristiques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un sens pratique, tire le maximum des ressources de toute situation.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Excès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Voir tout en terme de gain et bénéfice.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Stress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 gaspillage, pas de R.O.I. Le manque de réalisme.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Forces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Pragmatique, se concentre sur le retour sur investissement.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Carrière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20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Vente, commercial, finances.</a:t>
                      </a:r>
                      <a:endParaRPr lang="fr-FR" sz="2200" b="0" i="0" u="none" strike="noStrike" dirty="0">
                        <a:solidFill>
                          <a:srgbClr val="00437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B63CFD95-87D0-8C5D-0CB8-17E4EC503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271" y="385314"/>
            <a:ext cx="914479" cy="91447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re 1">
            <a:extLst>
              <a:ext uri="{FF2B5EF4-FFF2-40B4-BE49-F238E27FC236}">
                <a16:creationId xmlns:a16="http://schemas.microsoft.com/office/drawing/2014/main" id="{715EE762-5E3B-4DC4-94CF-C270C0EA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063" y="290514"/>
            <a:ext cx="8443912" cy="714375"/>
          </a:xfrm>
        </p:spPr>
        <p:txBody>
          <a:bodyPr/>
          <a:lstStyle/>
          <a:p>
            <a:r>
              <a:rPr lang="fr-FR" altLang="fr-FR" dirty="0">
                <a:solidFill>
                  <a:srgbClr val="F06722"/>
                </a:solidFill>
              </a:rPr>
              <a:t>Motivation ALTRUISTE</a:t>
            </a:r>
          </a:p>
        </p:txBody>
      </p:sp>
      <p:graphicFrame>
        <p:nvGraphicFramePr>
          <p:cNvPr id="5" name="Group 34">
            <a:extLst>
              <a:ext uri="{FF2B5EF4-FFF2-40B4-BE49-F238E27FC236}">
                <a16:creationId xmlns:a16="http://schemas.microsoft.com/office/drawing/2014/main" id="{08ECADDB-7941-4B6A-80F5-DB9D624BB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732666"/>
              </p:ext>
            </p:extLst>
          </p:nvPr>
        </p:nvGraphicFramePr>
        <p:xfrm>
          <a:off x="1866900" y="1006503"/>
          <a:ext cx="8458200" cy="5418080"/>
        </p:xfrm>
        <a:graphic>
          <a:graphicData uri="http://schemas.openxmlformats.org/drawingml/2006/table">
            <a:tbl>
              <a:tblPr/>
              <a:tblGrid>
                <a:gridCol w="2638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9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Attitude Générale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S’investit pour aider les autres.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But 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Éliminer la haine et le conflit dans le monde. Favoriser le bien-être chez autrui.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Passions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Être tourné vers les autres d’une façon désintéressée en développant leur potentiel.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Caractéristiques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Est désintéressé, généreux et a le sens de la justice sociale.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Excès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Avoir un comportement nuisible pour soi, s’oublier.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Stress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Les personnes qui ne tiennent pas compte des autres.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Forces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Tire le meilleur parti du potentiel des gens, est au service des autres.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Carrière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528"/>
                        </a:spcBef>
                      </a:pPr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Bénévolat, social, ONG, missionnaire, médical.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C3B70209-C9BD-4393-F42C-A3944E7B0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0" y="360050"/>
            <a:ext cx="914479" cy="112176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re 1">
            <a:extLst>
              <a:ext uri="{FF2B5EF4-FFF2-40B4-BE49-F238E27FC236}">
                <a16:creationId xmlns:a16="http://schemas.microsoft.com/office/drawing/2014/main" id="{FCF1FB14-D18E-4D39-9F48-EDF85FCC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063" y="271464"/>
            <a:ext cx="8443912" cy="714375"/>
          </a:xfrm>
        </p:spPr>
        <p:txBody>
          <a:bodyPr/>
          <a:lstStyle/>
          <a:p>
            <a:r>
              <a:rPr lang="fr-FR" altLang="fr-FR" dirty="0">
                <a:solidFill>
                  <a:srgbClr val="F06722"/>
                </a:solidFill>
              </a:rPr>
              <a:t>Motivation INDIVIDUELLE</a:t>
            </a:r>
          </a:p>
        </p:txBody>
      </p:sp>
      <p:graphicFrame>
        <p:nvGraphicFramePr>
          <p:cNvPr id="5" name="Group 37">
            <a:extLst>
              <a:ext uri="{FF2B5EF4-FFF2-40B4-BE49-F238E27FC236}">
                <a16:creationId xmlns:a16="http://schemas.microsoft.com/office/drawing/2014/main" id="{08F9FCA4-7014-477C-96E9-6979B037A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812881"/>
              </p:ext>
            </p:extLst>
          </p:nvPr>
        </p:nvGraphicFramePr>
        <p:xfrm>
          <a:off x="1855788" y="1002952"/>
          <a:ext cx="8812212" cy="5748025"/>
        </p:xfrm>
        <a:graphic>
          <a:graphicData uri="http://schemas.openxmlformats.org/drawingml/2006/table">
            <a:tbl>
              <a:tblPr/>
              <a:tblGrid>
                <a:gridCol w="276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Attitude Générale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le pouvoir sur soi et les autres.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But 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Rechercher le pouvoir et le contrôle de sa vie. Assumer son individualité.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Passions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S’affirmer. Atteindre une position élevée, se diriger soi-même et diriger les autres.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Caractéristiques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 sert du pouvoir pour ses objectifs personnels. 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Excès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Avancer personnellement a</a:t>
                      </a:r>
                      <a:r>
                        <a:rPr lang="fr-FR" sz="2200" b="0" i="0" u="none" strike="noStrike" baseline="0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vant tout, être au sommet.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Stress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Perdre son pouvoir, sa position, ne pas avoir d’opportunité d’avancer.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Forces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Fait avancer sa situation au profit éventuel des autres qui le suivent.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Carrière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2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Entrepreneur, politique, sportif.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CEAD433A-7643-0E9A-D095-D70D5B1C0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212" y="376606"/>
            <a:ext cx="914479" cy="91447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re 1">
            <a:extLst>
              <a:ext uri="{FF2B5EF4-FFF2-40B4-BE49-F238E27FC236}">
                <a16:creationId xmlns:a16="http://schemas.microsoft.com/office/drawing/2014/main" id="{352035BD-C739-438C-B94D-092D1C71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063" y="279401"/>
            <a:ext cx="8443912" cy="714375"/>
          </a:xfrm>
        </p:spPr>
        <p:txBody>
          <a:bodyPr/>
          <a:lstStyle/>
          <a:p>
            <a:r>
              <a:rPr lang="fr-FR" altLang="fr-FR" dirty="0">
                <a:solidFill>
                  <a:srgbClr val="F06722"/>
                </a:solidFill>
              </a:rPr>
              <a:t>Motivation TRADITIONNELLE</a:t>
            </a:r>
          </a:p>
        </p:txBody>
      </p:sp>
      <p:graphicFrame>
        <p:nvGraphicFramePr>
          <p:cNvPr id="7" name="Group 43">
            <a:extLst>
              <a:ext uri="{FF2B5EF4-FFF2-40B4-BE49-F238E27FC236}">
                <a16:creationId xmlns:a16="http://schemas.microsoft.com/office/drawing/2014/main" id="{08798D86-DC8E-48BA-84BB-54EF8BB14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847065"/>
              </p:ext>
            </p:extLst>
          </p:nvPr>
        </p:nvGraphicFramePr>
        <p:xfrm>
          <a:off x="1804194" y="1161002"/>
          <a:ext cx="8583613" cy="5415473"/>
        </p:xfrm>
        <a:graphic>
          <a:graphicData uri="http://schemas.openxmlformats.org/drawingml/2006/table">
            <a:tbl>
              <a:tblPr/>
              <a:tblGrid>
                <a:gridCol w="2750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3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Attitude Générale</a:t>
                      </a:r>
                    </a:p>
                  </a:txBody>
                  <a:tcPr marL="91446" marR="91446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Agit selon un fort système de valeurs morales.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1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But </a:t>
                      </a:r>
                    </a:p>
                  </a:txBody>
                  <a:tcPr marL="91446" marR="91446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Faire ce qui est juste en accord avec un code de conduite.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Passions</a:t>
                      </a:r>
                    </a:p>
                  </a:txBody>
                  <a:tcPr marL="91446" marR="91446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 comporter selon un ordre et une éthique moraux forts.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Caractéristiques</a:t>
                      </a:r>
                    </a:p>
                  </a:txBody>
                  <a:tcPr marL="91446" marR="91446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ses propres valeurs, peut s’engager jusqu’à la mort. 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Excès</a:t>
                      </a:r>
                    </a:p>
                  </a:txBody>
                  <a:tcPr marL="91446" marR="91446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Être intolérant, se sacrifier, devenir intégriste.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Stress</a:t>
                      </a:r>
                    </a:p>
                  </a:txBody>
                  <a:tcPr marL="91446" marR="91446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Les personnes qui s’opposent à leurs cause ou croyances.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Forces</a:t>
                      </a:r>
                    </a:p>
                  </a:txBody>
                  <a:tcPr marL="91446" marR="91446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Accorde de l’importance au sens et à la morale, quel que soit son domaine.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437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Carrière</a:t>
                      </a:r>
                    </a:p>
                  </a:txBody>
                  <a:tcPr marL="91446" marR="91446" horzOverflow="overflow">
                    <a:lnL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2100" b="0" i="0" u="none" strike="noStrike" dirty="0">
                          <a:solidFill>
                            <a:srgbClr val="00437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Religion, police, armée, philosophie, ONG.</a:t>
                      </a:r>
                    </a:p>
                  </a:txBody>
                  <a:tcPr marL="90000" marR="90000" marT="46800" marB="46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B7B8F79F-F13F-AD7F-4B41-0AFB8CDDB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975" y="367897"/>
            <a:ext cx="914479" cy="91447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8" t="37436" r="18477" b="41026"/>
          <a:stretch/>
        </p:blipFill>
        <p:spPr>
          <a:xfrm>
            <a:off x="172730" y="190811"/>
            <a:ext cx="1207661" cy="29276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 </a:t>
            </a:r>
            <a:r>
              <a:rPr lang="fr-FR" sz="1000" dirty="0">
                <a:solidFill>
                  <a:srgbClr val="D8652C"/>
                </a:solidFill>
              </a:rPr>
              <a:t>– Intervenant pour le compte de CAMPUS XIIe AVENUE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9DE0617-DD34-86EA-EF71-5EC4B0F7D7D6}"/>
              </a:ext>
            </a:extLst>
          </p:cNvPr>
          <p:cNvSpPr txBox="1"/>
          <p:nvPr/>
        </p:nvSpPr>
        <p:spPr>
          <a:xfrm>
            <a:off x="1616477" y="2143989"/>
            <a:ext cx="859856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rgbClr val="F067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Savoir écouter, c’est posséder, outre le sien, le cerveau des autres.</a:t>
            </a:r>
          </a:p>
          <a:p>
            <a:endParaRPr lang="fr-FR" sz="28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rgbClr val="00437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Leonard de Vinci</a:t>
            </a:r>
          </a:p>
        </p:txBody>
      </p:sp>
      <p:pic>
        <p:nvPicPr>
          <p:cNvPr id="1026" name="Picture 2" descr="Léonard de Vinci, les dessous d'un mythe">
            <a:extLst>
              <a:ext uri="{FF2B5EF4-FFF2-40B4-BE49-F238E27FC236}">
                <a16:creationId xmlns:a16="http://schemas.microsoft.com/office/drawing/2014/main" id="{CB4476BA-5292-D450-9FD0-9F321A5D6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902" y="3967127"/>
            <a:ext cx="4155824" cy="180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493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élogramme 18"/>
          <p:cNvSpPr/>
          <p:nvPr/>
        </p:nvSpPr>
        <p:spPr>
          <a:xfrm>
            <a:off x="-430823" y="0"/>
            <a:ext cx="12693162" cy="720969"/>
          </a:xfrm>
          <a:prstGeom prst="parallelogram">
            <a:avLst>
              <a:gd name="adj" fmla="val 57577"/>
            </a:avLst>
          </a:prstGeom>
          <a:solidFill>
            <a:srgbClr val="004376"/>
          </a:solidFill>
          <a:ln>
            <a:solidFill>
              <a:srgbClr val="00437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arallélogramme 28"/>
          <p:cNvSpPr/>
          <p:nvPr/>
        </p:nvSpPr>
        <p:spPr>
          <a:xfrm>
            <a:off x="7147902" y="6456173"/>
            <a:ext cx="4911662" cy="225151"/>
          </a:xfrm>
          <a:prstGeom prst="parallelogram">
            <a:avLst>
              <a:gd name="adj" fmla="val 57577"/>
            </a:avLst>
          </a:prstGeom>
          <a:solidFill>
            <a:srgbClr val="F06722"/>
          </a:solidFill>
          <a:ln>
            <a:solidFill>
              <a:srgbClr val="F067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7374327" y="6414859"/>
            <a:ext cx="4573528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www.campus12avenue.fr</a:t>
            </a:r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95" y="6495183"/>
            <a:ext cx="145465" cy="147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necteur droit 3"/>
          <p:cNvCxnSpPr/>
          <p:nvPr/>
        </p:nvCxnSpPr>
        <p:spPr>
          <a:xfrm flipV="1">
            <a:off x="146276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V="1">
            <a:off x="299969" y="6128238"/>
            <a:ext cx="495563" cy="553086"/>
          </a:xfrm>
          <a:prstGeom prst="line">
            <a:avLst/>
          </a:prstGeom>
          <a:ln w="28575">
            <a:solidFill>
              <a:srgbClr val="004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1380391" y="17585"/>
            <a:ext cx="514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Contactez-nous…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46276" y="2265029"/>
            <a:ext cx="5035260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F06722"/>
              </a:buClr>
            </a:pPr>
            <a:r>
              <a:rPr lang="fr-FR" sz="3600" dirty="0">
                <a:solidFill>
                  <a:srgbClr val="D8652C"/>
                </a:solidFill>
                <a:latin typeface="Script MT Bold" panose="03040602040607080904" pitchFamily="66" charset="0"/>
              </a:rPr>
              <a:t>Rodez</a:t>
            </a:r>
          </a:p>
          <a:p>
            <a:pPr algn="ctr">
              <a:buClr>
                <a:srgbClr val="F06722"/>
              </a:buClr>
            </a:pPr>
            <a:r>
              <a:rPr lang="fr-FR" sz="2000" dirty="0">
                <a:solidFill>
                  <a:srgbClr val="004376"/>
                </a:solidFill>
              </a:rPr>
              <a:t>Cité de l’entreprise et de la formation</a:t>
            </a:r>
          </a:p>
          <a:p>
            <a:pPr algn="ctr">
              <a:buClr>
                <a:srgbClr val="F06722"/>
              </a:buClr>
            </a:pPr>
            <a:r>
              <a:rPr lang="fr-FR" sz="2000" dirty="0">
                <a:solidFill>
                  <a:srgbClr val="004376"/>
                </a:solidFill>
              </a:rPr>
              <a:t>5 rue de Bruxelles</a:t>
            </a:r>
          </a:p>
          <a:p>
            <a:pPr algn="ctr">
              <a:buClr>
                <a:srgbClr val="F06722"/>
              </a:buClr>
            </a:pPr>
            <a:r>
              <a:rPr lang="fr-FR" sz="2000" dirty="0">
                <a:solidFill>
                  <a:srgbClr val="004376"/>
                </a:solidFill>
              </a:rPr>
              <a:t>12000 RODEZ</a:t>
            </a:r>
          </a:p>
          <a:p>
            <a:pPr algn="ctr">
              <a:buClr>
                <a:srgbClr val="F06722"/>
              </a:buClr>
            </a:pPr>
            <a:endParaRPr lang="fr-FR" sz="700" dirty="0">
              <a:solidFill>
                <a:srgbClr val="004376"/>
              </a:solidFill>
            </a:endParaRPr>
          </a:p>
          <a:p>
            <a:pPr algn="ctr">
              <a:buClr>
                <a:srgbClr val="F06722"/>
              </a:buClr>
            </a:pPr>
            <a:r>
              <a:rPr lang="fr-FR" sz="2800" b="1" dirty="0">
                <a:solidFill>
                  <a:srgbClr val="004376"/>
                </a:solidFill>
              </a:rPr>
              <a:t>05 65 75 56 77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F0E4966-74BA-4766-B202-E191A4DBC573}"/>
              </a:ext>
            </a:extLst>
          </p:cNvPr>
          <p:cNvSpPr txBox="1"/>
          <p:nvPr/>
        </p:nvSpPr>
        <p:spPr>
          <a:xfrm>
            <a:off x="538946" y="6452859"/>
            <a:ext cx="69081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rgbClr val="D8652C"/>
                </a:solidFill>
              </a:rPr>
              <a:t>Nathalie JOULIE MORAND</a:t>
            </a:r>
            <a:r>
              <a:rPr lang="fr-FR" sz="1000" dirty="0">
                <a:solidFill>
                  <a:srgbClr val="D8652C"/>
                </a:solidFill>
              </a:rPr>
              <a:t> – Intervenant pour le compte de CAMPUS XIIe AVENUE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6AB3C3E-6D74-4779-B586-4B8F20F985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4" t="40259" r="19305" b="40841"/>
          <a:stretch/>
        </p:blipFill>
        <p:spPr>
          <a:xfrm>
            <a:off x="4036048" y="906243"/>
            <a:ext cx="4119904" cy="89643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D44D2432-09DE-4615-8AF0-3A04030E965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6" t="35081" r="17194" b="39935"/>
          <a:stretch/>
        </p:blipFill>
        <p:spPr>
          <a:xfrm>
            <a:off x="172957" y="191180"/>
            <a:ext cx="1207434" cy="325923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1676CA00-D661-439E-969F-290F08E25952}"/>
              </a:ext>
            </a:extLst>
          </p:cNvPr>
          <p:cNvSpPr txBox="1"/>
          <p:nvPr/>
        </p:nvSpPr>
        <p:spPr>
          <a:xfrm>
            <a:off x="6875755" y="2225643"/>
            <a:ext cx="5035260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F06722"/>
              </a:buClr>
            </a:pPr>
            <a:r>
              <a:rPr lang="fr-FR" sz="3600" dirty="0">
                <a:solidFill>
                  <a:srgbClr val="D8652C"/>
                </a:solidFill>
                <a:latin typeface="Script MT Bold" panose="03040602040607080904" pitchFamily="66" charset="0"/>
              </a:rPr>
              <a:t>Millau</a:t>
            </a:r>
          </a:p>
          <a:p>
            <a:pPr algn="ctr">
              <a:buClr>
                <a:srgbClr val="F06722"/>
              </a:buClr>
            </a:pPr>
            <a:r>
              <a:rPr lang="fr-FR" sz="2000" dirty="0">
                <a:solidFill>
                  <a:srgbClr val="004376"/>
                </a:solidFill>
              </a:rPr>
              <a:t>Cité de l’entreprise et de la formation</a:t>
            </a:r>
          </a:p>
          <a:p>
            <a:pPr algn="ctr">
              <a:buClr>
                <a:srgbClr val="F06722"/>
              </a:buClr>
            </a:pPr>
            <a:r>
              <a:rPr lang="fr-FR" sz="2000" dirty="0">
                <a:solidFill>
                  <a:srgbClr val="004376"/>
                </a:solidFill>
              </a:rPr>
              <a:t>38 boulevard de l’Ayrolle</a:t>
            </a:r>
          </a:p>
          <a:p>
            <a:pPr algn="ctr">
              <a:buClr>
                <a:srgbClr val="F06722"/>
              </a:buClr>
            </a:pPr>
            <a:r>
              <a:rPr lang="fr-FR" sz="2000" dirty="0">
                <a:solidFill>
                  <a:srgbClr val="004376"/>
                </a:solidFill>
              </a:rPr>
              <a:t>12100 MILLAU</a:t>
            </a:r>
          </a:p>
          <a:p>
            <a:pPr algn="ctr">
              <a:buClr>
                <a:srgbClr val="F06722"/>
              </a:buClr>
            </a:pPr>
            <a:endParaRPr lang="fr-FR" sz="700" dirty="0">
              <a:solidFill>
                <a:srgbClr val="004376"/>
              </a:solidFill>
            </a:endParaRPr>
          </a:p>
          <a:p>
            <a:pPr algn="ctr">
              <a:buClr>
                <a:srgbClr val="F06722"/>
              </a:buClr>
            </a:pPr>
            <a:r>
              <a:rPr lang="fr-FR" dirty="0">
                <a:solidFill>
                  <a:srgbClr val="004376"/>
                </a:solidFill>
              </a:rPr>
              <a:t> </a:t>
            </a:r>
            <a:r>
              <a:rPr lang="fr-FR" sz="2800" b="1" dirty="0">
                <a:solidFill>
                  <a:srgbClr val="004376"/>
                </a:solidFill>
              </a:rPr>
              <a:t>05 65 59 59 03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61CBCF1-57C7-4D30-809B-9D6035E150B6}"/>
              </a:ext>
            </a:extLst>
          </p:cNvPr>
          <p:cNvSpPr txBox="1"/>
          <p:nvPr/>
        </p:nvSpPr>
        <p:spPr>
          <a:xfrm>
            <a:off x="2842333" y="4912734"/>
            <a:ext cx="650733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00437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fpc@campus12avenue.fr</a:t>
            </a:r>
            <a:endParaRPr lang="fr-FR" sz="2800" b="1" dirty="0">
              <a:solidFill>
                <a:srgbClr val="004376"/>
              </a:solidFill>
            </a:endParaRPr>
          </a:p>
          <a:p>
            <a:pPr algn="ctr"/>
            <a:endParaRPr lang="fr-FR" sz="700" b="1" dirty="0">
              <a:solidFill>
                <a:srgbClr val="004376"/>
              </a:solidFill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5785FD05-513A-451D-BFA9-429B3A13CA5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2275" y="189339"/>
            <a:ext cx="1155700" cy="32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845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1875</Words>
  <Application>Microsoft Office PowerPoint</Application>
  <PresentationFormat>Grand écran</PresentationFormat>
  <Paragraphs>365</Paragraphs>
  <Slides>37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Script MT Bold</vt:lpstr>
      <vt:lpstr>Tahoma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Émotions observables</vt:lpstr>
      <vt:lpstr>Les styles de débordement</vt:lpstr>
      <vt:lpstr>Présentation PowerPoint</vt:lpstr>
      <vt:lpstr>Présentation PowerPoint</vt:lpstr>
      <vt:lpstr>Présentation PowerPoint</vt:lpstr>
      <vt:lpstr>Présentation PowerPoint</vt:lpstr>
      <vt:lpstr>Motivation COGNITIVE</vt:lpstr>
      <vt:lpstr>Motivation ESTHÉTIQUE</vt:lpstr>
      <vt:lpstr>Motivation UTILITAIRE</vt:lpstr>
      <vt:lpstr>Motivation ALTRUISTE</vt:lpstr>
      <vt:lpstr>Motivation INDIVIDUELLE</vt:lpstr>
      <vt:lpstr>Motivation TRADITIONNELLE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Mathieu CRONE</dc:creator>
  <cp:lastModifiedBy>JOULIE NATHALIE</cp:lastModifiedBy>
  <cp:revision>80</cp:revision>
  <cp:lastPrinted>2021-07-16T12:25:28Z</cp:lastPrinted>
  <dcterms:created xsi:type="dcterms:W3CDTF">2021-07-16T11:22:21Z</dcterms:created>
  <dcterms:modified xsi:type="dcterms:W3CDTF">2022-11-17T19:05:44Z</dcterms:modified>
</cp:coreProperties>
</file>