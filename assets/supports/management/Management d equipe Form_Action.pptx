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6" r:id="rId2"/>
    <p:sldId id="442" r:id="rId3"/>
    <p:sldId id="439" r:id="rId4"/>
    <p:sldId id="443" r:id="rId5"/>
    <p:sldId id="330" r:id="rId6"/>
    <p:sldId id="319" r:id="rId7"/>
    <p:sldId id="371" r:id="rId8"/>
    <p:sldId id="444" r:id="rId9"/>
    <p:sldId id="365" r:id="rId10"/>
    <p:sldId id="331" r:id="rId11"/>
    <p:sldId id="366" r:id="rId12"/>
    <p:sldId id="367" r:id="rId13"/>
    <p:sldId id="368" r:id="rId14"/>
    <p:sldId id="369" r:id="rId15"/>
    <p:sldId id="370" r:id="rId16"/>
    <p:sldId id="375" r:id="rId17"/>
    <p:sldId id="376" r:id="rId18"/>
    <p:sldId id="377" r:id="rId19"/>
    <p:sldId id="372" r:id="rId20"/>
    <p:sldId id="373" r:id="rId21"/>
    <p:sldId id="402" r:id="rId22"/>
    <p:sldId id="374" r:id="rId23"/>
    <p:sldId id="379" r:id="rId24"/>
    <p:sldId id="394" r:id="rId25"/>
    <p:sldId id="380" r:id="rId26"/>
    <p:sldId id="381" r:id="rId27"/>
    <p:sldId id="382" r:id="rId28"/>
    <p:sldId id="383" r:id="rId29"/>
    <p:sldId id="384" r:id="rId30"/>
    <p:sldId id="385" r:id="rId31"/>
    <p:sldId id="386" r:id="rId32"/>
    <p:sldId id="387" r:id="rId33"/>
    <p:sldId id="388" r:id="rId34"/>
    <p:sldId id="441" r:id="rId35"/>
    <p:sldId id="389" r:id="rId36"/>
    <p:sldId id="446" r:id="rId37"/>
    <p:sldId id="445" r:id="rId38"/>
    <p:sldId id="393" r:id="rId39"/>
    <p:sldId id="396" r:id="rId40"/>
    <p:sldId id="395" r:id="rId41"/>
    <p:sldId id="397" r:id="rId42"/>
    <p:sldId id="398" r:id="rId43"/>
    <p:sldId id="401" r:id="rId44"/>
    <p:sldId id="440" r:id="rId45"/>
    <p:sldId id="399" r:id="rId46"/>
    <p:sldId id="400" r:id="rId47"/>
    <p:sldId id="447" r:id="rId48"/>
    <p:sldId id="390" r:id="rId49"/>
    <p:sldId id="403" r:id="rId50"/>
    <p:sldId id="404" r:id="rId51"/>
    <p:sldId id="405" r:id="rId52"/>
    <p:sldId id="391" r:id="rId53"/>
    <p:sldId id="392" r:id="rId54"/>
    <p:sldId id="448" r:id="rId55"/>
    <p:sldId id="407" r:id="rId56"/>
    <p:sldId id="408" r:id="rId57"/>
    <p:sldId id="414" r:id="rId58"/>
    <p:sldId id="409" r:id="rId59"/>
    <p:sldId id="411" r:id="rId60"/>
    <p:sldId id="412" r:id="rId61"/>
    <p:sldId id="449" r:id="rId62"/>
    <p:sldId id="413" r:id="rId63"/>
    <p:sldId id="410" r:id="rId64"/>
    <p:sldId id="435" r:id="rId65"/>
    <p:sldId id="450" r:id="rId66"/>
    <p:sldId id="416" r:id="rId67"/>
    <p:sldId id="419" r:id="rId68"/>
    <p:sldId id="451" r:id="rId69"/>
    <p:sldId id="452" r:id="rId70"/>
    <p:sldId id="438" r:id="rId71"/>
    <p:sldId id="418" r:id="rId72"/>
    <p:sldId id="453" r:id="rId73"/>
    <p:sldId id="420" r:id="rId74"/>
    <p:sldId id="421" r:id="rId75"/>
    <p:sldId id="422" r:id="rId76"/>
    <p:sldId id="454" r:id="rId77"/>
    <p:sldId id="423" r:id="rId78"/>
    <p:sldId id="424" r:id="rId79"/>
    <p:sldId id="425" r:id="rId80"/>
    <p:sldId id="426" r:id="rId81"/>
    <p:sldId id="427" r:id="rId82"/>
    <p:sldId id="428" r:id="rId83"/>
    <p:sldId id="429" r:id="rId84"/>
    <p:sldId id="455" r:id="rId85"/>
    <p:sldId id="430" r:id="rId86"/>
    <p:sldId id="432" r:id="rId87"/>
    <p:sldId id="433" r:id="rId88"/>
    <p:sldId id="415" r:id="rId89"/>
    <p:sldId id="434" r:id="rId9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007A"/>
    <a:srgbClr val="93117E"/>
    <a:srgbClr val="E95D0F"/>
    <a:srgbClr val="D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29E2DD-FD10-40E9-BD24-513A494BB17D}" v="1" dt="2021-02-23T13:14:17.70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729" autoAdjust="0"/>
  </p:normalViewPr>
  <p:slideViewPr>
    <p:cSldViewPr>
      <p:cViewPr varScale="1">
        <p:scale>
          <a:sx n="72" d="100"/>
          <a:sy n="72" d="100"/>
        </p:scale>
        <p:origin x="332"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71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ULIE NATHALIE" userId="9584b74b320a978c" providerId="LiveId" clId="{3129E2DD-FD10-40E9-BD24-513A494BB17D}"/>
    <pc:docChg chg="custSel modSld">
      <pc:chgData name="JOULIE NATHALIE" userId="9584b74b320a978c" providerId="LiveId" clId="{3129E2DD-FD10-40E9-BD24-513A494BB17D}" dt="2021-02-23T13:16:17.343" v="9" actId="1076"/>
      <pc:docMkLst>
        <pc:docMk/>
      </pc:docMkLst>
      <pc:sldChg chg="addSp modSp mod">
        <pc:chgData name="JOULIE NATHALIE" userId="9584b74b320a978c" providerId="LiveId" clId="{3129E2DD-FD10-40E9-BD24-513A494BB17D}" dt="2021-02-23T13:16:17.343" v="9" actId="1076"/>
        <pc:sldMkLst>
          <pc:docMk/>
          <pc:sldMk cId="0" sldId="256"/>
        </pc:sldMkLst>
        <pc:spChg chg="mod">
          <ac:chgData name="JOULIE NATHALIE" userId="9584b74b320a978c" providerId="LiveId" clId="{3129E2DD-FD10-40E9-BD24-513A494BB17D}" dt="2021-02-23T13:16:17.343" v="9" actId="1076"/>
          <ac:spMkLst>
            <pc:docMk/>
            <pc:sldMk cId="0" sldId="256"/>
            <ac:spMk id="4" creationId="{00000000-0000-0000-0000-000000000000}"/>
          </ac:spMkLst>
        </pc:spChg>
        <pc:spChg chg="mod">
          <ac:chgData name="JOULIE NATHALIE" userId="9584b74b320a978c" providerId="LiveId" clId="{3129E2DD-FD10-40E9-BD24-513A494BB17D}" dt="2021-02-23T13:16:12.676" v="8" actId="1076"/>
          <ac:spMkLst>
            <pc:docMk/>
            <pc:sldMk cId="0" sldId="256"/>
            <ac:spMk id="5" creationId="{00000000-0000-0000-0000-000000000000}"/>
          </ac:spMkLst>
        </pc:spChg>
        <pc:picChg chg="add mod">
          <ac:chgData name="JOULIE NATHALIE" userId="9584b74b320a978c" providerId="LiveId" clId="{3129E2DD-FD10-40E9-BD24-513A494BB17D}" dt="2021-02-23T13:15:44.897" v="7" actId="1076"/>
          <ac:picMkLst>
            <pc:docMk/>
            <pc:sldMk cId="0" sldId="256"/>
            <ac:picMk id="8" creationId="{B8839CAC-312B-43ED-964B-C6AD565DD136}"/>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9DB1E-93B1-4344-83DD-68B5CE809454}" type="doc">
      <dgm:prSet loTypeId="urn:microsoft.com/office/officeart/2005/8/layout/pyramid2" loCatId="list" qsTypeId="urn:microsoft.com/office/officeart/2005/8/quickstyle/simple1" qsCatId="simple" csTypeId="urn:microsoft.com/office/officeart/2005/8/colors/accent1_2" csCatId="accent1" phldr="1"/>
      <dgm:spPr/>
    </dgm:pt>
    <dgm:pt modelId="{5C03E42B-5F7E-4F40-B88B-B545911525BB}">
      <dgm:prSet phldrT="[Texte]"/>
      <dgm:spPr>
        <a:ln>
          <a:solidFill>
            <a:srgbClr val="E95D0F"/>
          </a:solidFill>
        </a:ln>
      </dgm:spPr>
      <dgm:t>
        <a:bodyPr/>
        <a:lstStyle/>
        <a:p>
          <a:r>
            <a:rPr lang="fr-FR" dirty="0"/>
            <a:t>Direction générale</a:t>
          </a:r>
        </a:p>
      </dgm:t>
    </dgm:pt>
    <dgm:pt modelId="{CB2A743D-DBD0-40F5-A10B-2860B4E2D582}" type="parTrans" cxnId="{AA75A7EE-6C7A-4B95-A8FC-A2585836EFBD}">
      <dgm:prSet/>
      <dgm:spPr/>
      <dgm:t>
        <a:bodyPr/>
        <a:lstStyle/>
        <a:p>
          <a:endParaRPr lang="fr-FR"/>
        </a:p>
      </dgm:t>
    </dgm:pt>
    <dgm:pt modelId="{E40CA63F-2DE9-4D2F-8D6C-7249C2C5D5B9}" type="sibTrans" cxnId="{AA75A7EE-6C7A-4B95-A8FC-A2585836EFBD}">
      <dgm:prSet/>
      <dgm:spPr/>
      <dgm:t>
        <a:bodyPr/>
        <a:lstStyle/>
        <a:p>
          <a:endParaRPr lang="fr-FR"/>
        </a:p>
      </dgm:t>
    </dgm:pt>
    <dgm:pt modelId="{F04D0B73-2B2F-4D5D-849C-2C137E897D9C}">
      <dgm:prSet phldrT="[Texte]"/>
      <dgm:spPr>
        <a:ln>
          <a:solidFill>
            <a:srgbClr val="E95D0F"/>
          </a:solidFill>
        </a:ln>
      </dgm:spPr>
      <dgm:t>
        <a:bodyPr/>
        <a:lstStyle/>
        <a:p>
          <a:r>
            <a:rPr lang="fr-FR" dirty="0"/>
            <a:t>Manager</a:t>
          </a:r>
        </a:p>
      </dgm:t>
    </dgm:pt>
    <dgm:pt modelId="{213625AE-B9C8-4A24-9434-D5FEAF3F4871}" type="parTrans" cxnId="{B8D55492-5BEC-4E93-AEC6-02CC6C679621}">
      <dgm:prSet/>
      <dgm:spPr/>
      <dgm:t>
        <a:bodyPr/>
        <a:lstStyle/>
        <a:p>
          <a:endParaRPr lang="fr-FR"/>
        </a:p>
      </dgm:t>
    </dgm:pt>
    <dgm:pt modelId="{FBCF2869-84CD-409C-8995-F5EF502F2077}" type="sibTrans" cxnId="{B8D55492-5BEC-4E93-AEC6-02CC6C679621}">
      <dgm:prSet/>
      <dgm:spPr/>
      <dgm:t>
        <a:bodyPr/>
        <a:lstStyle/>
        <a:p>
          <a:endParaRPr lang="fr-FR"/>
        </a:p>
      </dgm:t>
    </dgm:pt>
    <dgm:pt modelId="{0EF6FDB1-7F95-4E15-B1C1-4182B812B9F6}">
      <dgm:prSet phldrT="[Texte]"/>
      <dgm:spPr>
        <a:ln>
          <a:solidFill>
            <a:srgbClr val="E95D0F"/>
          </a:solidFill>
        </a:ln>
      </dgm:spPr>
      <dgm:t>
        <a:bodyPr/>
        <a:lstStyle/>
        <a:p>
          <a:r>
            <a:rPr lang="fr-FR" dirty="0"/>
            <a:t>Collaborateurs</a:t>
          </a:r>
        </a:p>
      </dgm:t>
    </dgm:pt>
    <dgm:pt modelId="{A5E2198A-CB8A-452B-9372-0047F4E1BB60}" type="parTrans" cxnId="{8DE30FA2-E468-4A51-9895-F5A4CA40C75C}">
      <dgm:prSet/>
      <dgm:spPr/>
      <dgm:t>
        <a:bodyPr/>
        <a:lstStyle/>
        <a:p>
          <a:endParaRPr lang="fr-FR"/>
        </a:p>
      </dgm:t>
    </dgm:pt>
    <dgm:pt modelId="{DE3CFFD3-F1A8-4EBE-B156-4504C226DC61}" type="sibTrans" cxnId="{8DE30FA2-E468-4A51-9895-F5A4CA40C75C}">
      <dgm:prSet/>
      <dgm:spPr/>
      <dgm:t>
        <a:bodyPr/>
        <a:lstStyle/>
        <a:p>
          <a:endParaRPr lang="fr-FR"/>
        </a:p>
      </dgm:t>
    </dgm:pt>
    <dgm:pt modelId="{710D9D7D-0415-4213-8519-48F5359E7FA4}" type="pres">
      <dgm:prSet presAssocID="{1AF9DB1E-93B1-4344-83DD-68B5CE809454}" presName="compositeShape" presStyleCnt="0">
        <dgm:presLayoutVars>
          <dgm:dir/>
          <dgm:resizeHandles/>
        </dgm:presLayoutVars>
      </dgm:prSet>
      <dgm:spPr/>
    </dgm:pt>
    <dgm:pt modelId="{7D7D0BC8-0862-4DAB-A8A7-3C21FCE4F62E}" type="pres">
      <dgm:prSet presAssocID="{1AF9DB1E-93B1-4344-83DD-68B5CE809454}" presName="pyramid" presStyleLbl="node1" presStyleIdx="0" presStyleCnt="1"/>
      <dgm:spPr>
        <a:solidFill>
          <a:srgbClr val="D4D600"/>
        </a:solidFill>
        <a:ln>
          <a:noFill/>
        </a:ln>
      </dgm:spPr>
    </dgm:pt>
    <dgm:pt modelId="{8BA38866-01E2-41D4-9722-594C964286E4}" type="pres">
      <dgm:prSet presAssocID="{1AF9DB1E-93B1-4344-83DD-68B5CE809454}" presName="theList" presStyleCnt="0"/>
      <dgm:spPr/>
    </dgm:pt>
    <dgm:pt modelId="{E9E91951-DA2E-4DA0-9931-201B39C8BBDD}" type="pres">
      <dgm:prSet presAssocID="{5C03E42B-5F7E-4F40-B88B-B545911525BB}" presName="aNode" presStyleLbl="fgAcc1" presStyleIdx="0" presStyleCnt="3">
        <dgm:presLayoutVars>
          <dgm:bulletEnabled val="1"/>
        </dgm:presLayoutVars>
      </dgm:prSet>
      <dgm:spPr/>
    </dgm:pt>
    <dgm:pt modelId="{BD40C4A0-0363-4F13-8324-739FF00B78ED}" type="pres">
      <dgm:prSet presAssocID="{5C03E42B-5F7E-4F40-B88B-B545911525BB}" presName="aSpace" presStyleCnt="0"/>
      <dgm:spPr/>
    </dgm:pt>
    <dgm:pt modelId="{F835EF64-4B80-40CE-AD11-85D822EDF24D}" type="pres">
      <dgm:prSet presAssocID="{F04D0B73-2B2F-4D5D-849C-2C137E897D9C}" presName="aNode" presStyleLbl="fgAcc1" presStyleIdx="1" presStyleCnt="3">
        <dgm:presLayoutVars>
          <dgm:bulletEnabled val="1"/>
        </dgm:presLayoutVars>
      </dgm:prSet>
      <dgm:spPr/>
    </dgm:pt>
    <dgm:pt modelId="{1071DB9C-6AD1-417D-BB2F-9D4030749FAA}" type="pres">
      <dgm:prSet presAssocID="{F04D0B73-2B2F-4D5D-849C-2C137E897D9C}" presName="aSpace" presStyleCnt="0"/>
      <dgm:spPr/>
    </dgm:pt>
    <dgm:pt modelId="{4980AC4B-BB81-4EA6-B8DC-7055A660BEF5}" type="pres">
      <dgm:prSet presAssocID="{0EF6FDB1-7F95-4E15-B1C1-4182B812B9F6}" presName="aNode" presStyleLbl="fgAcc1" presStyleIdx="2" presStyleCnt="3">
        <dgm:presLayoutVars>
          <dgm:bulletEnabled val="1"/>
        </dgm:presLayoutVars>
      </dgm:prSet>
      <dgm:spPr/>
    </dgm:pt>
    <dgm:pt modelId="{4DED7613-28DE-4704-A0D7-1DE50F9556AE}" type="pres">
      <dgm:prSet presAssocID="{0EF6FDB1-7F95-4E15-B1C1-4182B812B9F6}" presName="aSpace" presStyleCnt="0"/>
      <dgm:spPr/>
    </dgm:pt>
  </dgm:ptLst>
  <dgm:cxnLst>
    <dgm:cxn modelId="{4FE5EB03-287B-4308-B0C5-243C9000B507}" type="presOf" srcId="{1AF9DB1E-93B1-4344-83DD-68B5CE809454}" destId="{710D9D7D-0415-4213-8519-48F5359E7FA4}" srcOrd="0" destOrd="0" presId="urn:microsoft.com/office/officeart/2005/8/layout/pyramid2"/>
    <dgm:cxn modelId="{71FBFC16-7D23-4496-8BA8-E3ACA8FEFC53}" type="presOf" srcId="{F04D0B73-2B2F-4D5D-849C-2C137E897D9C}" destId="{F835EF64-4B80-40CE-AD11-85D822EDF24D}" srcOrd="0" destOrd="0" presId="urn:microsoft.com/office/officeart/2005/8/layout/pyramid2"/>
    <dgm:cxn modelId="{50D2DD34-4850-4F5D-B9B1-98F17D940915}" type="presOf" srcId="{5C03E42B-5F7E-4F40-B88B-B545911525BB}" destId="{E9E91951-DA2E-4DA0-9931-201B39C8BBDD}" srcOrd="0" destOrd="0" presId="urn:microsoft.com/office/officeart/2005/8/layout/pyramid2"/>
    <dgm:cxn modelId="{B8D55492-5BEC-4E93-AEC6-02CC6C679621}" srcId="{1AF9DB1E-93B1-4344-83DD-68B5CE809454}" destId="{F04D0B73-2B2F-4D5D-849C-2C137E897D9C}" srcOrd="1" destOrd="0" parTransId="{213625AE-B9C8-4A24-9434-D5FEAF3F4871}" sibTransId="{FBCF2869-84CD-409C-8995-F5EF502F2077}"/>
    <dgm:cxn modelId="{8DE30FA2-E468-4A51-9895-F5A4CA40C75C}" srcId="{1AF9DB1E-93B1-4344-83DD-68B5CE809454}" destId="{0EF6FDB1-7F95-4E15-B1C1-4182B812B9F6}" srcOrd="2" destOrd="0" parTransId="{A5E2198A-CB8A-452B-9372-0047F4E1BB60}" sibTransId="{DE3CFFD3-F1A8-4EBE-B156-4504C226DC61}"/>
    <dgm:cxn modelId="{12C367B8-981C-47D0-8E67-2CDDE8F53769}" type="presOf" srcId="{0EF6FDB1-7F95-4E15-B1C1-4182B812B9F6}" destId="{4980AC4B-BB81-4EA6-B8DC-7055A660BEF5}" srcOrd="0" destOrd="0" presId="urn:microsoft.com/office/officeart/2005/8/layout/pyramid2"/>
    <dgm:cxn modelId="{AA75A7EE-6C7A-4B95-A8FC-A2585836EFBD}" srcId="{1AF9DB1E-93B1-4344-83DD-68B5CE809454}" destId="{5C03E42B-5F7E-4F40-B88B-B545911525BB}" srcOrd="0" destOrd="0" parTransId="{CB2A743D-DBD0-40F5-A10B-2860B4E2D582}" sibTransId="{E40CA63F-2DE9-4D2F-8D6C-7249C2C5D5B9}"/>
    <dgm:cxn modelId="{ECFD8F74-D89F-4C59-822D-3848977D5BF8}" type="presParOf" srcId="{710D9D7D-0415-4213-8519-48F5359E7FA4}" destId="{7D7D0BC8-0862-4DAB-A8A7-3C21FCE4F62E}" srcOrd="0" destOrd="0" presId="urn:microsoft.com/office/officeart/2005/8/layout/pyramid2"/>
    <dgm:cxn modelId="{820F8B42-D4F6-443D-ACAB-9B68BAA77728}" type="presParOf" srcId="{710D9D7D-0415-4213-8519-48F5359E7FA4}" destId="{8BA38866-01E2-41D4-9722-594C964286E4}" srcOrd="1" destOrd="0" presId="urn:microsoft.com/office/officeart/2005/8/layout/pyramid2"/>
    <dgm:cxn modelId="{AE92D0C3-B8DE-4D06-9BAB-9B1ECEEE69CD}" type="presParOf" srcId="{8BA38866-01E2-41D4-9722-594C964286E4}" destId="{E9E91951-DA2E-4DA0-9931-201B39C8BBDD}" srcOrd="0" destOrd="0" presId="urn:microsoft.com/office/officeart/2005/8/layout/pyramid2"/>
    <dgm:cxn modelId="{1E84D686-1A49-42F5-AD63-2A3C339755F9}" type="presParOf" srcId="{8BA38866-01E2-41D4-9722-594C964286E4}" destId="{BD40C4A0-0363-4F13-8324-739FF00B78ED}" srcOrd="1" destOrd="0" presId="urn:microsoft.com/office/officeart/2005/8/layout/pyramid2"/>
    <dgm:cxn modelId="{C193AE55-E5A9-4F20-92A5-98587F7FEA4A}" type="presParOf" srcId="{8BA38866-01E2-41D4-9722-594C964286E4}" destId="{F835EF64-4B80-40CE-AD11-85D822EDF24D}" srcOrd="2" destOrd="0" presId="urn:microsoft.com/office/officeart/2005/8/layout/pyramid2"/>
    <dgm:cxn modelId="{ED3A2E2B-5B8B-42A6-B945-0574597856CD}" type="presParOf" srcId="{8BA38866-01E2-41D4-9722-594C964286E4}" destId="{1071DB9C-6AD1-417D-BB2F-9D4030749FAA}" srcOrd="3" destOrd="0" presId="urn:microsoft.com/office/officeart/2005/8/layout/pyramid2"/>
    <dgm:cxn modelId="{458ECC59-F999-4808-9DDD-F7057E91F49E}" type="presParOf" srcId="{8BA38866-01E2-41D4-9722-594C964286E4}" destId="{4980AC4B-BB81-4EA6-B8DC-7055A660BEF5}" srcOrd="4" destOrd="0" presId="urn:microsoft.com/office/officeart/2005/8/layout/pyramid2"/>
    <dgm:cxn modelId="{A9D6CF15-4F86-4AD4-A875-FDCE0D53112B}" type="presParOf" srcId="{8BA38866-01E2-41D4-9722-594C964286E4}" destId="{4DED7613-28DE-4704-A0D7-1DE50F9556AE}"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A5786D-6346-42B2-A93E-11026403A5B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fr-FR"/>
        </a:p>
      </dgm:t>
    </dgm:pt>
    <dgm:pt modelId="{2866FAF3-5CB5-4D71-9927-4E22AC7D546B}">
      <dgm:prSet phldrT="[Texte]"/>
      <dgm:spPr>
        <a:solidFill>
          <a:srgbClr val="D4D600"/>
        </a:solidFill>
        <a:ln>
          <a:noFill/>
        </a:ln>
      </dgm:spPr>
      <dgm:t>
        <a:bodyPr/>
        <a:lstStyle/>
        <a:p>
          <a:r>
            <a:rPr lang="fr-FR" dirty="0"/>
            <a:t>1</a:t>
          </a:r>
        </a:p>
      </dgm:t>
    </dgm:pt>
    <dgm:pt modelId="{51B6BD4A-F050-473E-AD85-8F3C85CFBA4D}" type="parTrans" cxnId="{C36E3E7E-96CA-4A2D-921D-61836D2D703D}">
      <dgm:prSet/>
      <dgm:spPr/>
      <dgm:t>
        <a:bodyPr/>
        <a:lstStyle/>
        <a:p>
          <a:endParaRPr lang="fr-FR"/>
        </a:p>
      </dgm:t>
    </dgm:pt>
    <dgm:pt modelId="{12343DF5-2547-45F5-8677-2C46A7D8C8AB}" type="sibTrans" cxnId="{C36E3E7E-96CA-4A2D-921D-61836D2D703D}">
      <dgm:prSet/>
      <dgm:spPr/>
      <dgm:t>
        <a:bodyPr/>
        <a:lstStyle/>
        <a:p>
          <a:endParaRPr lang="fr-FR"/>
        </a:p>
      </dgm:t>
    </dgm:pt>
    <dgm:pt modelId="{0224C5BD-F9DB-4B98-A165-FF5916315F5A}">
      <dgm:prSet phldrT="[Texte]"/>
      <dgm:spPr>
        <a:ln>
          <a:solidFill>
            <a:srgbClr val="D4D600"/>
          </a:solidFill>
        </a:ln>
      </dgm:spPr>
      <dgm:t>
        <a:bodyPr/>
        <a:lstStyle/>
        <a:p>
          <a:r>
            <a:rPr lang="fr-FR" dirty="0"/>
            <a:t>ORGANISER</a:t>
          </a:r>
        </a:p>
      </dgm:t>
    </dgm:pt>
    <dgm:pt modelId="{3ED1A800-1B58-4EF8-A176-38CA128CA0B7}" type="parTrans" cxnId="{5B4F3834-72C8-4BE5-9BBA-BF75E60062F9}">
      <dgm:prSet/>
      <dgm:spPr/>
      <dgm:t>
        <a:bodyPr/>
        <a:lstStyle/>
        <a:p>
          <a:endParaRPr lang="fr-FR"/>
        </a:p>
      </dgm:t>
    </dgm:pt>
    <dgm:pt modelId="{BDA37E50-9301-46FA-9CAD-7EA7CE6EE042}" type="sibTrans" cxnId="{5B4F3834-72C8-4BE5-9BBA-BF75E60062F9}">
      <dgm:prSet/>
      <dgm:spPr/>
      <dgm:t>
        <a:bodyPr/>
        <a:lstStyle/>
        <a:p>
          <a:endParaRPr lang="fr-FR"/>
        </a:p>
      </dgm:t>
    </dgm:pt>
    <dgm:pt modelId="{044C8A84-25DD-44BF-A18E-0ACAA40EFC82}">
      <dgm:prSet phldrT="[Texte]"/>
      <dgm:spPr>
        <a:solidFill>
          <a:srgbClr val="D4D600"/>
        </a:solidFill>
        <a:ln>
          <a:noFill/>
        </a:ln>
      </dgm:spPr>
      <dgm:t>
        <a:bodyPr/>
        <a:lstStyle/>
        <a:p>
          <a:r>
            <a:rPr lang="fr-FR" dirty="0"/>
            <a:t>2</a:t>
          </a:r>
        </a:p>
      </dgm:t>
    </dgm:pt>
    <dgm:pt modelId="{C8C1586F-1665-435F-9AB8-F189783EEB72}" type="parTrans" cxnId="{103AD0BD-3D71-4374-8868-E36260F4BFDE}">
      <dgm:prSet/>
      <dgm:spPr/>
      <dgm:t>
        <a:bodyPr/>
        <a:lstStyle/>
        <a:p>
          <a:endParaRPr lang="fr-FR"/>
        </a:p>
      </dgm:t>
    </dgm:pt>
    <dgm:pt modelId="{30E7EE4D-52F2-4EE3-913A-AF4B29392633}" type="sibTrans" cxnId="{103AD0BD-3D71-4374-8868-E36260F4BFDE}">
      <dgm:prSet/>
      <dgm:spPr/>
      <dgm:t>
        <a:bodyPr/>
        <a:lstStyle/>
        <a:p>
          <a:endParaRPr lang="fr-FR"/>
        </a:p>
      </dgm:t>
    </dgm:pt>
    <dgm:pt modelId="{EDE33C61-C288-4DC9-9AE1-EFE21D26DB8D}">
      <dgm:prSet phldrT="[Texte]"/>
      <dgm:spPr>
        <a:ln>
          <a:solidFill>
            <a:srgbClr val="D4D600"/>
          </a:solidFill>
        </a:ln>
      </dgm:spPr>
      <dgm:t>
        <a:bodyPr/>
        <a:lstStyle/>
        <a:p>
          <a:r>
            <a:rPr lang="fr-FR" dirty="0"/>
            <a:t>DECIDER</a:t>
          </a:r>
        </a:p>
      </dgm:t>
    </dgm:pt>
    <dgm:pt modelId="{BE5ECB0F-FEA2-4DC6-B332-6386BE407627}" type="parTrans" cxnId="{D6380CA1-FEB4-4CEB-AB66-B0FD6EBFFC07}">
      <dgm:prSet/>
      <dgm:spPr/>
      <dgm:t>
        <a:bodyPr/>
        <a:lstStyle/>
        <a:p>
          <a:endParaRPr lang="fr-FR"/>
        </a:p>
      </dgm:t>
    </dgm:pt>
    <dgm:pt modelId="{A7C9473C-D9A8-4CCF-A8CA-E96659529B8B}" type="sibTrans" cxnId="{D6380CA1-FEB4-4CEB-AB66-B0FD6EBFFC07}">
      <dgm:prSet/>
      <dgm:spPr/>
      <dgm:t>
        <a:bodyPr/>
        <a:lstStyle/>
        <a:p>
          <a:endParaRPr lang="fr-FR"/>
        </a:p>
      </dgm:t>
    </dgm:pt>
    <dgm:pt modelId="{244C353A-807B-4E29-8844-353D124B78F3}">
      <dgm:prSet phldrT="[Texte]"/>
      <dgm:spPr>
        <a:solidFill>
          <a:srgbClr val="D4D600"/>
        </a:solidFill>
        <a:ln>
          <a:noFill/>
        </a:ln>
      </dgm:spPr>
      <dgm:t>
        <a:bodyPr/>
        <a:lstStyle/>
        <a:p>
          <a:r>
            <a:rPr lang="fr-FR" dirty="0"/>
            <a:t>3</a:t>
          </a:r>
        </a:p>
      </dgm:t>
    </dgm:pt>
    <dgm:pt modelId="{23D13956-D4B8-4DDD-8CCD-535D9051A8E2}" type="parTrans" cxnId="{50007DCC-D4BA-4477-A5CF-EAE547E3120F}">
      <dgm:prSet/>
      <dgm:spPr/>
      <dgm:t>
        <a:bodyPr/>
        <a:lstStyle/>
        <a:p>
          <a:endParaRPr lang="fr-FR"/>
        </a:p>
      </dgm:t>
    </dgm:pt>
    <dgm:pt modelId="{4370B8D9-E5B2-438D-BDD7-1CEC3A5FDCC6}" type="sibTrans" cxnId="{50007DCC-D4BA-4477-A5CF-EAE547E3120F}">
      <dgm:prSet/>
      <dgm:spPr/>
      <dgm:t>
        <a:bodyPr/>
        <a:lstStyle/>
        <a:p>
          <a:endParaRPr lang="fr-FR"/>
        </a:p>
      </dgm:t>
    </dgm:pt>
    <dgm:pt modelId="{847B60BF-7DD7-4EEB-B93F-0CFB0488F90F}">
      <dgm:prSet phldrT="[Texte]"/>
      <dgm:spPr>
        <a:ln>
          <a:solidFill>
            <a:srgbClr val="D4D600"/>
          </a:solidFill>
        </a:ln>
      </dgm:spPr>
      <dgm:t>
        <a:bodyPr/>
        <a:lstStyle/>
        <a:p>
          <a:r>
            <a:rPr lang="fr-FR" dirty="0"/>
            <a:t>ANIMER</a:t>
          </a:r>
        </a:p>
      </dgm:t>
    </dgm:pt>
    <dgm:pt modelId="{BDD08EF2-F0AB-42C6-965F-E0536E1F8231}" type="parTrans" cxnId="{28A10E48-AB69-4FEB-A674-6A4CB6F33CF5}">
      <dgm:prSet/>
      <dgm:spPr/>
      <dgm:t>
        <a:bodyPr/>
        <a:lstStyle/>
        <a:p>
          <a:endParaRPr lang="fr-FR"/>
        </a:p>
      </dgm:t>
    </dgm:pt>
    <dgm:pt modelId="{B82E78B2-E578-4E2C-932B-660692F84761}" type="sibTrans" cxnId="{28A10E48-AB69-4FEB-A674-6A4CB6F33CF5}">
      <dgm:prSet/>
      <dgm:spPr/>
      <dgm:t>
        <a:bodyPr/>
        <a:lstStyle/>
        <a:p>
          <a:endParaRPr lang="fr-FR"/>
        </a:p>
      </dgm:t>
    </dgm:pt>
    <dgm:pt modelId="{8087C83E-566F-4C82-9E98-A13B2C0DB138}">
      <dgm:prSet phldrT="[Texte]"/>
      <dgm:spPr>
        <a:solidFill>
          <a:srgbClr val="D4D600"/>
        </a:solidFill>
        <a:ln>
          <a:noFill/>
        </a:ln>
      </dgm:spPr>
      <dgm:t>
        <a:bodyPr/>
        <a:lstStyle/>
        <a:p>
          <a:r>
            <a:rPr lang="fr-FR" dirty="0"/>
            <a:t>4</a:t>
          </a:r>
        </a:p>
      </dgm:t>
    </dgm:pt>
    <dgm:pt modelId="{2431946D-BB92-4042-BE36-38A68F38C59C}" type="parTrans" cxnId="{4BB2E460-BD05-4705-8D24-8753A8F924FE}">
      <dgm:prSet/>
      <dgm:spPr/>
      <dgm:t>
        <a:bodyPr/>
        <a:lstStyle/>
        <a:p>
          <a:endParaRPr lang="fr-FR"/>
        </a:p>
      </dgm:t>
    </dgm:pt>
    <dgm:pt modelId="{6B2000C0-FEAF-4C0F-A165-C55500939E15}" type="sibTrans" cxnId="{4BB2E460-BD05-4705-8D24-8753A8F924FE}">
      <dgm:prSet/>
      <dgm:spPr/>
      <dgm:t>
        <a:bodyPr/>
        <a:lstStyle/>
        <a:p>
          <a:endParaRPr lang="fr-FR"/>
        </a:p>
      </dgm:t>
    </dgm:pt>
    <dgm:pt modelId="{024E44B7-AFFC-4A7D-8362-6F772E039B52}">
      <dgm:prSet phldrT="[Texte]"/>
      <dgm:spPr>
        <a:solidFill>
          <a:srgbClr val="D4D600"/>
        </a:solidFill>
        <a:ln>
          <a:noFill/>
        </a:ln>
      </dgm:spPr>
      <dgm:t>
        <a:bodyPr/>
        <a:lstStyle/>
        <a:p>
          <a:r>
            <a:rPr lang="fr-FR" dirty="0"/>
            <a:t>5</a:t>
          </a:r>
        </a:p>
      </dgm:t>
    </dgm:pt>
    <dgm:pt modelId="{3AB7CBCD-8CF3-4C79-AEF3-15E13DB8BF99}" type="parTrans" cxnId="{58D2F871-48FA-4A1C-A2AB-800129757603}">
      <dgm:prSet/>
      <dgm:spPr/>
      <dgm:t>
        <a:bodyPr/>
        <a:lstStyle/>
        <a:p>
          <a:endParaRPr lang="fr-FR"/>
        </a:p>
      </dgm:t>
    </dgm:pt>
    <dgm:pt modelId="{6DFA3814-6F03-40CA-8C6E-6BDA1FF975D0}" type="sibTrans" cxnId="{58D2F871-48FA-4A1C-A2AB-800129757603}">
      <dgm:prSet/>
      <dgm:spPr/>
      <dgm:t>
        <a:bodyPr/>
        <a:lstStyle/>
        <a:p>
          <a:endParaRPr lang="fr-FR"/>
        </a:p>
      </dgm:t>
    </dgm:pt>
    <dgm:pt modelId="{5A677555-1FA9-441A-81E9-9A4D34B0897B}">
      <dgm:prSet/>
      <dgm:spPr>
        <a:ln>
          <a:solidFill>
            <a:srgbClr val="D4D600"/>
          </a:solidFill>
        </a:ln>
      </dgm:spPr>
      <dgm:t>
        <a:bodyPr/>
        <a:lstStyle/>
        <a:p>
          <a:r>
            <a:rPr lang="fr-FR" dirty="0"/>
            <a:t>CONTROLER</a:t>
          </a:r>
        </a:p>
      </dgm:t>
    </dgm:pt>
    <dgm:pt modelId="{739504AB-A9C5-493B-B4D8-E15DA9B520C7}" type="parTrans" cxnId="{C9D2AE40-5C7F-48DF-A88C-27B63DAF7221}">
      <dgm:prSet/>
      <dgm:spPr/>
      <dgm:t>
        <a:bodyPr/>
        <a:lstStyle/>
        <a:p>
          <a:endParaRPr lang="fr-FR"/>
        </a:p>
      </dgm:t>
    </dgm:pt>
    <dgm:pt modelId="{4507A373-2C89-472B-AEC3-C3F04851C2DE}" type="sibTrans" cxnId="{C9D2AE40-5C7F-48DF-A88C-27B63DAF7221}">
      <dgm:prSet/>
      <dgm:spPr/>
      <dgm:t>
        <a:bodyPr/>
        <a:lstStyle/>
        <a:p>
          <a:endParaRPr lang="fr-FR"/>
        </a:p>
      </dgm:t>
    </dgm:pt>
    <dgm:pt modelId="{C07F173B-43A7-4138-98E2-9AD107BF11B0}">
      <dgm:prSet/>
      <dgm:spPr>
        <a:ln>
          <a:solidFill>
            <a:srgbClr val="D4D600"/>
          </a:solidFill>
        </a:ln>
      </dgm:spPr>
      <dgm:t>
        <a:bodyPr/>
        <a:lstStyle/>
        <a:p>
          <a:r>
            <a:rPr lang="fr-FR" dirty="0"/>
            <a:t>ANTICIPER</a:t>
          </a:r>
        </a:p>
      </dgm:t>
    </dgm:pt>
    <dgm:pt modelId="{A07208EF-52E2-4557-8523-4751012F3229}" type="parTrans" cxnId="{2177A47A-1A87-4A9E-BA24-488A653FAB8A}">
      <dgm:prSet/>
      <dgm:spPr/>
      <dgm:t>
        <a:bodyPr/>
        <a:lstStyle/>
        <a:p>
          <a:endParaRPr lang="fr-FR"/>
        </a:p>
      </dgm:t>
    </dgm:pt>
    <dgm:pt modelId="{4A7FB348-C031-4B28-9FCA-3B4DBE737F51}" type="sibTrans" cxnId="{2177A47A-1A87-4A9E-BA24-488A653FAB8A}">
      <dgm:prSet/>
      <dgm:spPr/>
      <dgm:t>
        <a:bodyPr/>
        <a:lstStyle/>
        <a:p>
          <a:endParaRPr lang="fr-FR"/>
        </a:p>
      </dgm:t>
    </dgm:pt>
    <dgm:pt modelId="{021C3B6B-A622-4F05-AB6F-C45F5DBEA675}" type="pres">
      <dgm:prSet presAssocID="{7DA5786D-6346-42B2-A93E-11026403A5B6}" presName="linearFlow" presStyleCnt="0">
        <dgm:presLayoutVars>
          <dgm:dir/>
          <dgm:animLvl val="lvl"/>
          <dgm:resizeHandles val="exact"/>
        </dgm:presLayoutVars>
      </dgm:prSet>
      <dgm:spPr/>
    </dgm:pt>
    <dgm:pt modelId="{3EE2AF70-F1BF-40C3-8725-719070C2F3E2}" type="pres">
      <dgm:prSet presAssocID="{2866FAF3-5CB5-4D71-9927-4E22AC7D546B}" presName="composite" presStyleCnt="0"/>
      <dgm:spPr/>
    </dgm:pt>
    <dgm:pt modelId="{CF1D1EA6-7893-41B5-BD1D-98EAEDB908E9}" type="pres">
      <dgm:prSet presAssocID="{2866FAF3-5CB5-4D71-9927-4E22AC7D546B}" presName="parentText" presStyleLbl="alignNode1" presStyleIdx="0" presStyleCnt="5">
        <dgm:presLayoutVars>
          <dgm:chMax val="1"/>
          <dgm:bulletEnabled val="1"/>
        </dgm:presLayoutVars>
      </dgm:prSet>
      <dgm:spPr/>
    </dgm:pt>
    <dgm:pt modelId="{7CF66D5F-62AA-429E-B556-5DE4850BFB0F}" type="pres">
      <dgm:prSet presAssocID="{2866FAF3-5CB5-4D71-9927-4E22AC7D546B}" presName="descendantText" presStyleLbl="alignAcc1" presStyleIdx="0" presStyleCnt="5">
        <dgm:presLayoutVars>
          <dgm:bulletEnabled val="1"/>
        </dgm:presLayoutVars>
      </dgm:prSet>
      <dgm:spPr/>
    </dgm:pt>
    <dgm:pt modelId="{9DC3A41F-5F7A-444D-9BC9-28CDF7ADC6F6}" type="pres">
      <dgm:prSet presAssocID="{12343DF5-2547-45F5-8677-2C46A7D8C8AB}" presName="sp" presStyleCnt="0"/>
      <dgm:spPr/>
    </dgm:pt>
    <dgm:pt modelId="{D8139E79-BBA4-438D-B1F6-7FA9920FBD7A}" type="pres">
      <dgm:prSet presAssocID="{044C8A84-25DD-44BF-A18E-0ACAA40EFC82}" presName="composite" presStyleCnt="0"/>
      <dgm:spPr/>
    </dgm:pt>
    <dgm:pt modelId="{3083202B-306E-4082-96F9-896F47E59F8F}" type="pres">
      <dgm:prSet presAssocID="{044C8A84-25DD-44BF-A18E-0ACAA40EFC82}" presName="parentText" presStyleLbl="alignNode1" presStyleIdx="1" presStyleCnt="5">
        <dgm:presLayoutVars>
          <dgm:chMax val="1"/>
          <dgm:bulletEnabled val="1"/>
        </dgm:presLayoutVars>
      </dgm:prSet>
      <dgm:spPr/>
    </dgm:pt>
    <dgm:pt modelId="{8D227A57-BDBF-41E1-B69C-CA2F95E9C31D}" type="pres">
      <dgm:prSet presAssocID="{044C8A84-25DD-44BF-A18E-0ACAA40EFC82}" presName="descendantText" presStyleLbl="alignAcc1" presStyleIdx="1" presStyleCnt="5">
        <dgm:presLayoutVars>
          <dgm:bulletEnabled val="1"/>
        </dgm:presLayoutVars>
      </dgm:prSet>
      <dgm:spPr/>
    </dgm:pt>
    <dgm:pt modelId="{C27E4865-967A-4110-8BCC-C876EF0D3DCF}" type="pres">
      <dgm:prSet presAssocID="{30E7EE4D-52F2-4EE3-913A-AF4B29392633}" presName="sp" presStyleCnt="0"/>
      <dgm:spPr/>
    </dgm:pt>
    <dgm:pt modelId="{CD6BB2BA-9A50-449D-82C3-41D72DB262F2}" type="pres">
      <dgm:prSet presAssocID="{244C353A-807B-4E29-8844-353D124B78F3}" presName="composite" presStyleCnt="0"/>
      <dgm:spPr/>
    </dgm:pt>
    <dgm:pt modelId="{8139CD03-F98B-4198-8992-C3627EB10BD7}" type="pres">
      <dgm:prSet presAssocID="{244C353A-807B-4E29-8844-353D124B78F3}" presName="parentText" presStyleLbl="alignNode1" presStyleIdx="2" presStyleCnt="5">
        <dgm:presLayoutVars>
          <dgm:chMax val="1"/>
          <dgm:bulletEnabled val="1"/>
        </dgm:presLayoutVars>
      </dgm:prSet>
      <dgm:spPr/>
    </dgm:pt>
    <dgm:pt modelId="{A8E4DDE7-9AAF-4186-84FB-2B224D329D4A}" type="pres">
      <dgm:prSet presAssocID="{244C353A-807B-4E29-8844-353D124B78F3}" presName="descendantText" presStyleLbl="alignAcc1" presStyleIdx="2" presStyleCnt="5">
        <dgm:presLayoutVars>
          <dgm:bulletEnabled val="1"/>
        </dgm:presLayoutVars>
      </dgm:prSet>
      <dgm:spPr/>
    </dgm:pt>
    <dgm:pt modelId="{2F4C72F1-64DB-4062-8E12-A876C5D4724B}" type="pres">
      <dgm:prSet presAssocID="{4370B8D9-E5B2-438D-BDD7-1CEC3A5FDCC6}" presName="sp" presStyleCnt="0"/>
      <dgm:spPr/>
    </dgm:pt>
    <dgm:pt modelId="{0E057D32-8B4D-408D-94C5-E69F684F25D6}" type="pres">
      <dgm:prSet presAssocID="{8087C83E-566F-4C82-9E98-A13B2C0DB138}" presName="composite" presStyleCnt="0"/>
      <dgm:spPr/>
    </dgm:pt>
    <dgm:pt modelId="{E1375A49-90E5-4BF3-98FA-77056EDE7A7B}" type="pres">
      <dgm:prSet presAssocID="{8087C83E-566F-4C82-9E98-A13B2C0DB138}" presName="parentText" presStyleLbl="alignNode1" presStyleIdx="3" presStyleCnt="5">
        <dgm:presLayoutVars>
          <dgm:chMax val="1"/>
          <dgm:bulletEnabled val="1"/>
        </dgm:presLayoutVars>
      </dgm:prSet>
      <dgm:spPr/>
    </dgm:pt>
    <dgm:pt modelId="{D58F589A-5D9F-4139-9089-0269954E6D1A}" type="pres">
      <dgm:prSet presAssocID="{8087C83E-566F-4C82-9E98-A13B2C0DB138}" presName="descendantText" presStyleLbl="alignAcc1" presStyleIdx="3" presStyleCnt="5">
        <dgm:presLayoutVars>
          <dgm:bulletEnabled val="1"/>
        </dgm:presLayoutVars>
      </dgm:prSet>
      <dgm:spPr/>
    </dgm:pt>
    <dgm:pt modelId="{189EEF4D-0DEF-4600-B3A4-F07033C5704D}" type="pres">
      <dgm:prSet presAssocID="{6B2000C0-FEAF-4C0F-A165-C55500939E15}" presName="sp" presStyleCnt="0"/>
      <dgm:spPr/>
    </dgm:pt>
    <dgm:pt modelId="{A3B5603A-1B67-4509-864B-106481CE255B}" type="pres">
      <dgm:prSet presAssocID="{024E44B7-AFFC-4A7D-8362-6F772E039B52}" presName="composite" presStyleCnt="0"/>
      <dgm:spPr/>
    </dgm:pt>
    <dgm:pt modelId="{1379F476-80EE-4D15-847F-5A3EB8CB1686}" type="pres">
      <dgm:prSet presAssocID="{024E44B7-AFFC-4A7D-8362-6F772E039B52}" presName="parentText" presStyleLbl="alignNode1" presStyleIdx="4" presStyleCnt="5">
        <dgm:presLayoutVars>
          <dgm:chMax val="1"/>
          <dgm:bulletEnabled val="1"/>
        </dgm:presLayoutVars>
      </dgm:prSet>
      <dgm:spPr/>
    </dgm:pt>
    <dgm:pt modelId="{351A60F4-DA1E-4A30-9407-051548201A38}" type="pres">
      <dgm:prSet presAssocID="{024E44B7-AFFC-4A7D-8362-6F772E039B52}" presName="descendantText" presStyleLbl="alignAcc1" presStyleIdx="4" presStyleCnt="5">
        <dgm:presLayoutVars>
          <dgm:bulletEnabled val="1"/>
        </dgm:presLayoutVars>
      </dgm:prSet>
      <dgm:spPr/>
    </dgm:pt>
  </dgm:ptLst>
  <dgm:cxnLst>
    <dgm:cxn modelId="{7402720D-212F-4947-863D-439C8BB9EB3D}" type="presOf" srcId="{5A677555-1FA9-441A-81E9-9A4D34B0897B}" destId="{D58F589A-5D9F-4139-9089-0269954E6D1A}" srcOrd="0" destOrd="0" presId="urn:microsoft.com/office/officeart/2005/8/layout/chevron2"/>
    <dgm:cxn modelId="{5B4F3834-72C8-4BE5-9BBA-BF75E60062F9}" srcId="{2866FAF3-5CB5-4D71-9927-4E22AC7D546B}" destId="{0224C5BD-F9DB-4B98-A165-FF5916315F5A}" srcOrd="0" destOrd="0" parTransId="{3ED1A800-1B58-4EF8-A176-38CA128CA0B7}" sibTransId="{BDA37E50-9301-46FA-9CAD-7EA7CE6EE042}"/>
    <dgm:cxn modelId="{C9D2AE40-5C7F-48DF-A88C-27B63DAF7221}" srcId="{8087C83E-566F-4C82-9E98-A13B2C0DB138}" destId="{5A677555-1FA9-441A-81E9-9A4D34B0897B}" srcOrd="0" destOrd="0" parTransId="{739504AB-A9C5-493B-B4D8-E15DA9B520C7}" sibTransId="{4507A373-2C89-472B-AEC3-C3F04851C2DE}"/>
    <dgm:cxn modelId="{007BF45F-8B23-46DB-84FE-18849AFAE357}" type="presOf" srcId="{8087C83E-566F-4C82-9E98-A13B2C0DB138}" destId="{E1375A49-90E5-4BF3-98FA-77056EDE7A7B}" srcOrd="0" destOrd="0" presId="urn:microsoft.com/office/officeart/2005/8/layout/chevron2"/>
    <dgm:cxn modelId="{4BB2E460-BD05-4705-8D24-8753A8F924FE}" srcId="{7DA5786D-6346-42B2-A93E-11026403A5B6}" destId="{8087C83E-566F-4C82-9E98-A13B2C0DB138}" srcOrd="3" destOrd="0" parTransId="{2431946D-BB92-4042-BE36-38A68F38C59C}" sibTransId="{6B2000C0-FEAF-4C0F-A165-C55500939E15}"/>
    <dgm:cxn modelId="{A5BFE061-CF29-4FEA-A47B-95C9EA1BCC6F}" type="presOf" srcId="{7DA5786D-6346-42B2-A93E-11026403A5B6}" destId="{021C3B6B-A622-4F05-AB6F-C45F5DBEA675}" srcOrd="0" destOrd="0" presId="urn:microsoft.com/office/officeart/2005/8/layout/chevron2"/>
    <dgm:cxn modelId="{28A10E48-AB69-4FEB-A674-6A4CB6F33CF5}" srcId="{244C353A-807B-4E29-8844-353D124B78F3}" destId="{847B60BF-7DD7-4EEB-B93F-0CFB0488F90F}" srcOrd="0" destOrd="0" parTransId="{BDD08EF2-F0AB-42C6-965F-E0536E1F8231}" sibTransId="{B82E78B2-E578-4E2C-932B-660692F84761}"/>
    <dgm:cxn modelId="{20D42F70-5FD7-417D-B098-B00F3A19C4D7}" type="presOf" srcId="{847B60BF-7DD7-4EEB-B93F-0CFB0488F90F}" destId="{A8E4DDE7-9AAF-4186-84FB-2B224D329D4A}" srcOrd="0" destOrd="0" presId="urn:microsoft.com/office/officeart/2005/8/layout/chevron2"/>
    <dgm:cxn modelId="{58D2F871-48FA-4A1C-A2AB-800129757603}" srcId="{7DA5786D-6346-42B2-A93E-11026403A5B6}" destId="{024E44B7-AFFC-4A7D-8362-6F772E039B52}" srcOrd="4" destOrd="0" parTransId="{3AB7CBCD-8CF3-4C79-AEF3-15E13DB8BF99}" sibTransId="{6DFA3814-6F03-40CA-8C6E-6BDA1FF975D0}"/>
    <dgm:cxn modelId="{D9270276-BD1B-4A2B-8604-5F0F231CBF04}" type="presOf" srcId="{024E44B7-AFFC-4A7D-8362-6F772E039B52}" destId="{1379F476-80EE-4D15-847F-5A3EB8CB1686}" srcOrd="0" destOrd="0" presId="urn:microsoft.com/office/officeart/2005/8/layout/chevron2"/>
    <dgm:cxn modelId="{2177A47A-1A87-4A9E-BA24-488A653FAB8A}" srcId="{024E44B7-AFFC-4A7D-8362-6F772E039B52}" destId="{C07F173B-43A7-4138-98E2-9AD107BF11B0}" srcOrd="0" destOrd="0" parTransId="{A07208EF-52E2-4557-8523-4751012F3229}" sibTransId="{4A7FB348-C031-4B28-9FCA-3B4DBE737F51}"/>
    <dgm:cxn modelId="{C36E3E7E-96CA-4A2D-921D-61836D2D703D}" srcId="{7DA5786D-6346-42B2-A93E-11026403A5B6}" destId="{2866FAF3-5CB5-4D71-9927-4E22AC7D546B}" srcOrd="0" destOrd="0" parTransId="{51B6BD4A-F050-473E-AD85-8F3C85CFBA4D}" sibTransId="{12343DF5-2547-45F5-8677-2C46A7D8C8AB}"/>
    <dgm:cxn modelId="{D6380CA1-FEB4-4CEB-AB66-B0FD6EBFFC07}" srcId="{044C8A84-25DD-44BF-A18E-0ACAA40EFC82}" destId="{EDE33C61-C288-4DC9-9AE1-EFE21D26DB8D}" srcOrd="0" destOrd="0" parTransId="{BE5ECB0F-FEA2-4DC6-B332-6386BE407627}" sibTransId="{A7C9473C-D9A8-4CCF-A8CA-E96659529B8B}"/>
    <dgm:cxn modelId="{102A6CAB-8B3A-4873-84A0-D5CCF40E6D31}" type="presOf" srcId="{2866FAF3-5CB5-4D71-9927-4E22AC7D546B}" destId="{CF1D1EA6-7893-41B5-BD1D-98EAEDB908E9}" srcOrd="0" destOrd="0" presId="urn:microsoft.com/office/officeart/2005/8/layout/chevron2"/>
    <dgm:cxn modelId="{A9585ABD-F52F-4C60-AC94-4507F2762150}" type="presOf" srcId="{044C8A84-25DD-44BF-A18E-0ACAA40EFC82}" destId="{3083202B-306E-4082-96F9-896F47E59F8F}" srcOrd="0" destOrd="0" presId="urn:microsoft.com/office/officeart/2005/8/layout/chevron2"/>
    <dgm:cxn modelId="{103AD0BD-3D71-4374-8868-E36260F4BFDE}" srcId="{7DA5786D-6346-42B2-A93E-11026403A5B6}" destId="{044C8A84-25DD-44BF-A18E-0ACAA40EFC82}" srcOrd="1" destOrd="0" parTransId="{C8C1586F-1665-435F-9AB8-F189783EEB72}" sibTransId="{30E7EE4D-52F2-4EE3-913A-AF4B29392633}"/>
    <dgm:cxn modelId="{78F745BF-414E-44F4-9423-E8BE0F049AD1}" type="presOf" srcId="{EDE33C61-C288-4DC9-9AE1-EFE21D26DB8D}" destId="{8D227A57-BDBF-41E1-B69C-CA2F95E9C31D}" srcOrd="0" destOrd="0" presId="urn:microsoft.com/office/officeart/2005/8/layout/chevron2"/>
    <dgm:cxn modelId="{9332DAC6-D670-453C-939E-3D7F3168384D}" type="presOf" srcId="{0224C5BD-F9DB-4B98-A165-FF5916315F5A}" destId="{7CF66D5F-62AA-429E-B556-5DE4850BFB0F}" srcOrd="0" destOrd="0" presId="urn:microsoft.com/office/officeart/2005/8/layout/chevron2"/>
    <dgm:cxn modelId="{50007DCC-D4BA-4477-A5CF-EAE547E3120F}" srcId="{7DA5786D-6346-42B2-A93E-11026403A5B6}" destId="{244C353A-807B-4E29-8844-353D124B78F3}" srcOrd="2" destOrd="0" parTransId="{23D13956-D4B8-4DDD-8CCD-535D9051A8E2}" sibTransId="{4370B8D9-E5B2-438D-BDD7-1CEC3A5FDCC6}"/>
    <dgm:cxn modelId="{2F89E3D0-3202-4E3C-B34C-E692A507E0C6}" type="presOf" srcId="{244C353A-807B-4E29-8844-353D124B78F3}" destId="{8139CD03-F98B-4198-8992-C3627EB10BD7}" srcOrd="0" destOrd="0" presId="urn:microsoft.com/office/officeart/2005/8/layout/chevron2"/>
    <dgm:cxn modelId="{A43280E1-2983-4DE0-BD67-2564921D824E}" type="presOf" srcId="{C07F173B-43A7-4138-98E2-9AD107BF11B0}" destId="{351A60F4-DA1E-4A30-9407-051548201A38}" srcOrd="0" destOrd="0" presId="urn:microsoft.com/office/officeart/2005/8/layout/chevron2"/>
    <dgm:cxn modelId="{41BE1426-9E26-4F6D-8E57-62CD7D8F6DF6}" type="presParOf" srcId="{021C3B6B-A622-4F05-AB6F-C45F5DBEA675}" destId="{3EE2AF70-F1BF-40C3-8725-719070C2F3E2}" srcOrd="0" destOrd="0" presId="urn:microsoft.com/office/officeart/2005/8/layout/chevron2"/>
    <dgm:cxn modelId="{710ABA1F-83EA-4CC7-844B-07EBD808998E}" type="presParOf" srcId="{3EE2AF70-F1BF-40C3-8725-719070C2F3E2}" destId="{CF1D1EA6-7893-41B5-BD1D-98EAEDB908E9}" srcOrd="0" destOrd="0" presId="urn:microsoft.com/office/officeart/2005/8/layout/chevron2"/>
    <dgm:cxn modelId="{4EFC640E-657B-4ECA-886A-8923C7303AE0}" type="presParOf" srcId="{3EE2AF70-F1BF-40C3-8725-719070C2F3E2}" destId="{7CF66D5F-62AA-429E-B556-5DE4850BFB0F}" srcOrd="1" destOrd="0" presId="urn:microsoft.com/office/officeart/2005/8/layout/chevron2"/>
    <dgm:cxn modelId="{B155ED2A-89E4-4681-995E-36499C67E862}" type="presParOf" srcId="{021C3B6B-A622-4F05-AB6F-C45F5DBEA675}" destId="{9DC3A41F-5F7A-444D-9BC9-28CDF7ADC6F6}" srcOrd="1" destOrd="0" presId="urn:microsoft.com/office/officeart/2005/8/layout/chevron2"/>
    <dgm:cxn modelId="{5582D856-1B2E-4021-8E08-34CAF3A6A11E}" type="presParOf" srcId="{021C3B6B-A622-4F05-AB6F-C45F5DBEA675}" destId="{D8139E79-BBA4-438D-B1F6-7FA9920FBD7A}" srcOrd="2" destOrd="0" presId="urn:microsoft.com/office/officeart/2005/8/layout/chevron2"/>
    <dgm:cxn modelId="{84F51177-BB3E-42D9-B2AC-6AD168365DB2}" type="presParOf" srcId="{D8139E79-BBA4-438D-B1F6-7FA9920FBD7A}" destId="{3083202B-306E-4082-96F9-896F47E59F8F}" srcOrd="0" destOrd="0" presId="urn:microsoft.com/office/officeart/2005/8/layout/chevron2"/>
    <dgm:cxn modelId="{E56B1493-5FBC-4714-B7F9-2775CF5FABE4}" type="presParOf" srcId="{D8139E79-BBA4-438D-B1F6-7FA9920FBD7A}" destId="{8D227A57-BDBF-41E1-B69C-CA2F95E9C31D}" srcOrd="1" destOrd="0" presId="urn:microsoft.com/office/officeart/2005/8/layout/chevron2"/>
    <dgm:cxn modelId="{3F30C583-FE33-4131-897B-B71F3A4C7C18}" type="presParOf" srcId="{021C3B6B-A622-4F05-AB6F-C45F5DBEA675}" destId="{C27E4865-967A-4110-8BCC-C876EF0D3DCF}" srcOrd="3" destOrd="0" presId="urn:microsoft.com/office/officeart/2005/8/layout/chevron2"/>
    <dgm:cxn modelId="{2C614FA1-2E93-40E4-8D7C-E32B81B06067}" type="presParOf" srcId="{021C3B6B-A622-4F05-AB6F-C45F5DBEA675}" destId="{CD6BB2BA-9A50-449D-82C3-41D72DB262F2}" srcOrd="4" destOrd="0" presId="urn:microsoft.com/office/officeart/2005/8/layout/chevron2"/>
    <dgm:cxn modelId="{29D5AB2C-F5E5-4555-92E6-11432C1D895A}" type="presParOf" srcId="{CD6BB2BA-9A50-449D-82C3-41D72DB262F2}" destId="{8139CD03-F98B-4198-8992-C3627EB10BD7}" srcOrd="0" destOrd="0" presId="urn:microsoft.com/office/officeart/2005/8/layout/chevron2"/>
    <dgm:cxn modelId="{E27835ED-83BF-4BE4-8AE5-724762434524}" type="presParOf" srcId="{CD6BB2BA-9A50-449D-82C3-41D72DB262F2}" destId="{A8E4DDE7-9AAF-4186-84FB-2B224D329D4A}" srcOrd="1" destOrd="0" presId="urn:microsoft.com/office/officeart/2005/8/layout/chevron2"/>
    <dgm:cxn modelId="{DC846204-665D-4284-8C17-47E1BF63877E}" type="presParOf" srcId="{021C3B6B-A622-4F05-AB6F-C45F5DBEA675}" destId="{2F4C72F1-64DB-4062-8E12-A876C5D4724B}" srcOrd="5" destOrd="0" presId="urn:microsoft.com/office/officeart/2005/8/layout/chevron2"/>
    <dgm:cxn modelId="{80C74135-760B-4AD7-A737-89604EF6BB5B}" type="presParOf" srcId="{021C3B6B-A622-4F05-AB6F-C45F5DBEA675}" destId="{0E057D32-8B4D-408D-94C5-E69F684F25D6}" srcOrd="6" destOrd="0" presId="urn:microsoft.com/office/officeart/2005/8/layout/chevron2"/>
    <dgm:cxn modelId="{869F36C2-DA85-4990-8044-1620FF201073}" type="presParOf" srcId="{0E057D32-8B4D-408D-94C5-E69F684F25D6}" destId="{E1375A49-90E5-4BF3-98FA-77056EDE7A7B}" srcOrd="0" destOrd="0" presId="urn:microsoft.com/office/officeart/2005/8/layout/chevron2"/>
    <dgm:cxn modelId="{7EDBFCCD-BF15-469F-B9A7-6BF2FF72C0BD}" type="presParOf" srcId="{0E057D32-8B4D-408D-94C5-E69F684F25D6}" destId="{D58F589A-5D9F-4139-9089-0269954E6D1A}" srcOrd="1" destOrd="0" presId="urn:microsoft.com/office/officeart/2005/8/layout/chevron2"/>
    <dgm:cxn modelId="{71966C44-2D5A-40FB-BAC2-E3571EF6D069}" type="presParOf" srcId="{021C3B6B-A622-4F05-AB6F-C45F5DBEA675}" destId="{189EEF4D-0DEF-4600-B3A4-F07033C5704D}" srcOrd="7" destOrd="0" presId="urn:microsoft.com/office/officeart/2005/8/layout/chevron2"/>
    <dgm:cxn modelId="{F6D32E81-AA55-463D-9DB0-F431829FA625}" type="presParOf" srcId="{021C3B6B-A622-4F05-AB6F-C45F5DBEA675}" destId="{A3B5603A-1B67-4509-864B-106481CE255B}" srcOrd="8" destOrd="0" presId="urn:microsoft.com/office/officeart/2005/8/layout/chevron2"/>
    <dgm:cxn modelId="{E93CA6D7-447A-4806-88CE-9423490F0AB5}" type="presParOf" srcId="{A3B5603A-1B67-4509-864B-106481CE255B}" destId="{1379F476-80EE-4D15-847F-5A3EB8CB1686}" srcOrd="0" destOrd="0" presId="urn:microsoft.com/office/officeart/2005/8/layout/chevron2"/>
    <dgm:cxn modelId="{2CBF2EC8-ED28-4C1A-8706-F5BD7CFC4D3F}" type="presParOf" srcId="{A3B5603A-1B67-4509-864B-106481CE255B}" destId="{351A60F4-DA1E-4A30-9407-051548201A38}"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CA7E94-311D-456A-BA7A-B90D2919EA08}"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fr-FR"/>
        </a:p>
      </dgm:t>
    </dgm:pt>
    <dgm:pt modelId="{8F64D8BF-C3AE-44D9-ADB0-D987EB25EFB0}">
      <dgm:prSet phldrT="[Texte]"/>
      <dgm:spPr>
        <a:solidFill>
          <a:srgbClr val="D4D600"/>
        </a:solidFill>
        <a:ln>
          <a:noFill/>
        </a:ln>
      </dgm:spPr>
      <dgm:t>
        <a:bodyPr/>
        <a:lstStyle/>
        <a:p>
          <a:r>
            <a:rPr lang="fr-FR" b="1" dirty="0"/>
            <a:t>Finalités et valeurs partagées</a:t>
          </a:r>
        </a:p>
      </dgm:t>
    </dgm:pt>
    <dgm:pt modelId="{0BE1D765-F9B3-48EF-AFC2-6BA5C8357E6A}" type="parTrans" cxnId="{A17C3AB9-5EF4-4758-A8C6-24898011BD2E}">
      <dgm:prSet/>
      <dgm:spPr/>
      <dgm:t>
        <a:bodyPr/>
        <a:lstStyle/>
        <a:p>
          <a:endParaRPr lang="fr-FR"/>
        </a:p>
      </dgm:t>
    </dgm:pt>
    <dgm:pt modelId="{7B240431-1C27-48FF-A321-E1B1C3FBFA40}" type="sibTrans" cxnId="{A17C3AB9-5EF4-4758-A8C6-24898011BD2E}">
      <dgm:prSet/>
      <dgm:spPr/>
      <dgm:t>
        <a:bodyPr/>
        <a:lstStyle/>
        <a:p>
          <a:endParaRPr lang="fr-FR"/>
        </a:p>
      </dgm:t>
    </dgm:pt>
    <dgm:pt modelId="{91745ED1-03B4-43D6-A181-1C6BB5C51886}">
      <dgm:prSet phldrT="[Texte]"/>
      <dgm:spPr>
        <a:solidFill>
          <a:srgbClr val="D4D600"/>
        </a:solidFill>
        <a:ln>
          <a:noFill/>
        </a:ln>
      </dgm:spPr>
      <dgm:t>
        <a:bodyPr/>
        <a:lstStyle/>
        <a:p>
          <a:r>
            <a:rPr lang="fr-FR" b="1" dirty="0">
              <a:solidFill>
                <a:schemeClr val="bg1"/>
              </a:solidFill>
            </a:rPr>
            <a:t>Structure</a:t>
          </a:r>
        </a:p>
      </dgm:t>
    </dgm:pt>
    <dgm:pt modelId="{59DF3F2E-B2AB-45B2-A7F9-84317107906B}" type="parTrans" cxnId="{D9472CA3-93CF-4B95-B78D-8325BFBE7A81}">
      <dgm:prSet/>
      <dgm:spPr>
        <a:ln>
          <a:solidFill>
            <a:srgbClr val="E95D0F"/>
          </a:solidFill>
        </a:ln>
      </dgm:spPr>
      <dgm:t>
        <a:bodyPr/>
        <a:lstStyle/>
        <a:p>
          <a:endParaRPr lang="fr-FR"/>
        </a:p>
      </dgm:t>
    </dgm:pt>
    <dgm:pt modelId="{C256885A-2C3B-46C2-9690-125EAA10F908}" type="sibTrans" cxnId="{D9472CA3-93CF-4B95-B78D-8325BFBE7A81}">
      <dgm:prSet/>
      <dgm:spPr/>
      <dgm:t>
        <a:bodyPr/>
        <a:lstStyle/>
        <a:p>
          <a:endParaRPr lang="fr-FR"/>
        </a:p>
      </dgm:t>
    </dgm:pt>
    <dgm:pt modelId="{A2C2BF71-CF5B-453F-818E-1CC0A81B6DDE}">
      <dgm:prSet phldrT="[Texte]"/>
      <dgm:spPr>
        <a:solidFill>
          <a:srgbClr val="D4D600"/>
        </a:solidFill>
        <a:ln>
          <a:noFill/>
        </a:ln>
      </dgm:spPr>
      <dgm:t>
        <a:bodyPr/>
        <a:lstStyle/>
        <a:p>
          <a:r>
            <a:rPr lang="fr-FR" b="1" dirty="0">
              <a:solidFill>
                <a:schemeClr val="bg1"/>
              </a:solidFill>
            </a:rPr>
            <a:t>Systèmes</a:t>
          </a:r>
        </a:p>
      </dgm:t>
    </dgm:pt>
    <dgm:pt modelId="{FB3B2BC2-49BC-4172-BE96-10F078DA7991}" type="parTrans" cxnId="{E532C626-0E8E-430B-A9B9-74FC2BCE706B}">
      <dgm:prSet/>
      <dgm:spPr>
        <a:ln>
          <a:solidFill>
            <a:srgbClr val="E95D0F"/>
          </a:solidFill>
        </a:ln>
      </dgm:spPr>
      <dgm:t>
        <a:bodyPr/>
        <a:lstStyle/>
        <a:p>
          <a:endParaRPr lang="fr-FR"/>
        </a:p>
      </dgm:t>
    </dgm:pt>
    <dgm:pt modelId="{62863C37-F1F1-4591-A734-ABF12EE1B4E5}" type="sibTrans" cxnId="{E532C626-0E8E-430B-A9B9-74FC2BCE706B}">
      <dgm:prSet/>
      <dgm:spPr/>
      <dgm:t>
        <a:bodyPr/>
        <a:lstStyle/>
        <a:p>
          <a:endParaRPr lang="fr-FR"/>
        </a:p>
      </dgm:t>
    </dgm:pt>
    <dgm:pt modelId="{49FC17DF-424E-4134-8ED4-CB1213D067EF}">
      <dgm:prSet phldrT="[Texte]"/>
      <dgm:spPr>
        <a:solidFill>
          <a:srgbClr val="D4D600"/>
        </a:solidFill>
        <a:ln>
          <a:noFill/>
        </a:ln>
      </dgm:spPr>
      <dgm:t>
        <a:bodyPr/>
        <a:lstStyle/>
        <a:p>
          <a:r>
            <a:rPr lang="fr-FR" b="1" dirty="0">
              <a:solidFill>
                <a:schemeClr val="bg1"/>
              </a:solidFill>
            </a:rPr>
            <a:t>Styles de management</a:t>
          </a:r>
        </a:p>
      </dgm:t>
    </dgm:pt>
    <dgm:pt modelId="{DB2B9DFA-A153-4664-BDA3-94592F45FB6D}" type="parTrans" cxnId="{65FCE548-BD28-4488-8D37-60CE312161A2}">
      <dgm:prSet/>
      <dgm:spPr>
        <a:ln>
          <a:solidFill>
            <a:srgbClr val="E95D0F"/>
          </a:solidFill>
        </a:ln>
      </dgm:spPr>
      <dgm:t>
        <a:bodyPr/>
        <a:lstStyle/>
        <a:p>
          <a:endParaRPr lang="fr-FR"/>
        </a:p>
      </dgm:t>
    </dgm:pt>
    <dgm:pt modelId="{F3A0E418-1ADE-4D69-A3EF-4E2971E83603}" type="sibTrans" cxnId="{65FCE548-BD28-4488-8D37-60CE312161A2}">
      <dgm:prSet/>
      <dgm:spPr/>
      <dgm:t>
        <a:bodyPr/>
        <a:lstStyle/>
        <a:p>
          <a:endParaRPr lang="fr-FR"/>
        </a:p>
      </dgm:t>
    </dgm:pt>
    <dgm:pt modelId="{D626BF83-A46E-445F-AB21-50FE5E4EBA6C}">
      <dgm:prSet phldrT="[Texte]"/>
      <dgm:spPr>
        <a:solidFill>
          <a:srgbClr val="D4D600"/>
        </a:solidFill>
        <a:ln>
          <a:noFill/>
        </a:ln>
      </dgm:spPr>
      <dgm:t>
        <a:bodyPr/>
        <a:lstStyle/>
        <a:p>
          <a:r>
            <a:rPr lang="fr-FR" b="1" dirty="0">
              <a:solidFill>
                <a:schemeClr val="bg1"/>
              </a:solidFill>
            </a:rPr>
            <a:t>Ressources humaines</a:t>
          </a:r>
        </a:p>
        <a:p>
          <a:r>
            <a:rPr lang="fr-FR" b="1" dirty="0">
              <a:solidFill>
                <a:schemeClr val="bg1"/>
              </a:solidFill>
            </a:rPr>
            <a:t>(staff)</a:t>
          </a:r>
        </a:p>
      </dgm:t>
    </dgm:pt>
    <dgm:pt modelId="{433EAA7C-1025-4255-891D-7A85F1D0FFC3}" type="parTrans" cxnId="{4FC79519-E34C-4AFD-92DD-CDF6173028BC}">
      <dgm:prSet/>
      <dgm:spPr>
        <a:ln>
          <a:solidFill>
            <a:srgbClr val="E95D0F"/>
          </a:solidFill>
        </a:ln>
      </dgm:spPr>
      <dgm:t>
        <a:bodyPr/>
        <a:lstStyle/>
        <a:p>
          <a:endParaRPr lang="fr-FR"/>
        </a:p>
      </dgm:t>
    </dgm:pt>
    <dgm:pt modelId="{E8FC08E2-50D8-47C4-BB02-1AE20936997E}" type="sibTrans" cxnId="{4FC79519-E34C-4AFD-92DD-CDF6173028BC}">
      <dgm:prSet/>
      <dgm:spPr/>
      <dgm:t>
        <a:bodyPr/>
        <a:lstStyle/>
        <a:p>
          <a:endParaRPr lang="fr-FR"/>
        </a:p>
      </dgm:t>
    </dgm:pt>
    <dgm:pt modelId="{B76C8002-615E-4F4C-941F-CEA5F2239709}">
      <dgm:prSet phldrT="[Texte]" phldr="1" custLinFactNeighborX="-407" custLinFactNeighborY="-407"/>
      <dgm:spPr/>
      <dgm:t>
        <a:bodyPr/>
        <a:lstStyle/>
        <a:p>
          <a:endParaRPr lang="fr-FR" dirty="0"/>
        </a:p>
      </dgm:t>
    </dgm:pt>
    <dgm:pt modelId="{053CC028-98DD-4094-A485-DEB2135E45D7}" type="parTrans" cxnId="{876AFDE3-0FDD-4E04-91DB-37DC8D560490}">
      <dgm:prSet/>
      <dgm:spPr/>
      <dgm:t>
        <a:bodyPr/>
        <a:lstStyle/>
        <a:p>
          <a:endParaRPr lang="fr-FR"/>
        </a:p>
      </dgm:t>
    </dgm:pt>
    <dgm:pt modelId="{6F67B49A-AC84-4984-8593-F1F1EB10CA49}" type="sibTrans" cxnId="{876AFDE3-0FDD-4E04-91DB-37DC8D560490}">
      <dgm:prSet/>
      <dgm:spPr/>
      <dgm:t>
        <a:bodyPr/>
        <a:lstStyle/>
        <a:p>
          <a:endParaRPr lang="fr-FR"/>
        </a:p>
      </dgm:t>
    </dgm:pt>
    <dgm:pt modelId="{9A232250-E5C1-4579-BC91-7BABCB335B6A}">
      <dgm:prSet/>
      <dgm:spPr>
        <a:solidFill>
          <a:srgbClr val="D4D600"/>
        </a:solidFill>
        <a:ln>
          <a:noFill/>
        </a:ln>
      </dgm:spPr>
      <dgm:t>
        <a:bodyPr/>
        <a:lstStyle/>
        <a:p>
          <a:r>
            <a:rPr lang="fr-FR" b="1" dirty="0">
              <a:solidFill>
                <a:schemeClr val="bg1"/>
              </a:solidFill>
            </a:rPr>
            <a:t>Savoir-faire (</a:t>
          </a:r>
          <a:r>
            <a:rPr lang="fr-FR" b="1" dirty="0" err="1">
              <a:solidFill>
                <a:schemeClr val="bg1"/>
              </a:solidFill>
            </a:rPr>
            <a:t>skills</a:t>
          </a:r>
          <a:r>
            <a:rPr lang="fr-FR" b="1" dirty="0">
              <a:solidFill>
                <a:schemeClr val="bg1"/>
              </a:solidFill>
            </a:rPr>
            <a:t>)</a:t>
          </a:r>
        </a:p>
      </dgm:t>
    </dgm:pt>
    <dgm:pt modelId="{4A8AD47E-61E9-43E7-A85B-B1857BB984FA}" type="parTrans" cxnId="{A80F5414-C11A-454B-9A72-FCCE152D9C54}">
      <dgm:prSet/>
      <dgm:spPr>
        <a:ln>
          <a:solidFill>
            <a:srgbClr val="E95D0F"/>
          </a:solidFill>
        </a:ln>
      </dgm:spPr>
      <dgm:t>
        <a:bodyPr/>
        <a:lstStyle/>
        <a:p>
          <a:endParaRPr lang="fr-FR"/>
        </a:p>
      </dgm:t>
    </dgm:pt>
    <dgm:pt modelId="{D8A1A60F-9CC1-4540-83F2-D38D42230489}" type="sibTrans" cxnId="{A80F5414-C11A-454B-9A72-FCCE152D9C54}">
      <dgm:prSet/>
      <dgm:spPr/>
      <dgm:t>
        <a:bodyPr/>
        <a:lstStyle/>
        <a:p>
          <a:endParaRPr lang="fr-FR"/>
        </a:p>
      </dgm:t>
    </dgm:pt>
    <dgm:pt modelId="{9FB99B02-0791-4D76-AD00-C528B9CBA35D}">
      <dgm:prSet/>
      <dgm:spPr>
        <a:solidFill>
          <a:srgbClr val="D4D600"/>
        </a:solidFill>
        <a:ln>
          <a:noFill/>
        </a:ln>
      </dgm:spPr>
      <dgm:t>
        <a:bodyPr/>
        <a:lstStyle/>
        <a:p>
          <a:r>
            <a:rPr lang="fr-FR" b="1" dirty="0">
              <a:solidFill>
                <a:schemeClr val="bg1"/>
              </a:solidFill>
            </a:rPr>
            <a:t>Stratégie</a:t>
          </a:r>
        </a:p>
      </dgm:t>
    </dgm:pt>
    <dgm:pt modelId="{445AFF61-06DF-4C44-B9B9-BA811CF20A86}" type="parTrans" cxnId="{89CCDCDF-765B-49D1-9C30-E311DC9E1493}">
      <dgm:prSet/>
      <dgm:spPr>
        <a:ln>
          <a:solidFill>
            <a:srgbClr val="E95D0F"/>
          </a:solidFill>
        </a:ln>
      </dgm:spPr>
      <dgm:t>
        <a:bodyPr/>
        <a:lstStyle/>
        <a:p>
          <a:endParaRPr lang="fr-FR"/>
        </a:p>
      </dgm:t>
    </dgm:pt>
    <dgm:pt modelId="{102973F6-F2FA-4EB6-8B2E-A40FCFCED253}" type="sibTrans" cxnId="{89CCDCDF-765B-49D1-9C30-E311DC9E1493}">
      <dgm:prSet/>
      <dgm:spPr/>
      <dgm:t>
        <a:bodyPr/>
        <a:lstStyle/>
        <a:p>
          <a:endParaRPr lang="fr-FR"/>
        </a:p>
      </dgm:t>
    </dgm:pt>
    <dgm:pt modelId="{B6CB3950-E21A-42CA-9132-F7E0ED16713E}" type="pres">
      <dgm:prSet presAssocID="{04CA7E94-311D-456A-BA7A-B90D2919EA08}" presName="cycle" presStyleCnt="0">
        <dgm:presLayoutVars>
          <dgm:chMax val="1"/>
          <dgm:dir/>
          <dgm:animLvl val="ctr"/>
          <dgm:resizeHandles val="exact"/>
        </dgm:presLayoutVars>
      </dgm:prSet>
      <dgm:spPr/>
    </dgm:pt>
    <dgm:pt modelId="{35BCE36B-8BAB-4B6D-902A-A2F5E06AEE93}" type="pres">
      <dgm:prSet presAssocID="{8F64D8BF-C3AE-44D9-ADB0-D987EB25EFB0}" presName="centerShape" presStyleLbl="node0" presStyleIdx="0" presStyleCnt="1" custLinFactNeighborX="-407" custLinFactNeighborY="-407"/>
      <dgm:spPr/>
    </dgm:pt>
    <dgm:pt modelId="{3B25FFED-F4F7-4DCF-9194-80EBA3147926}" type="pres">
      <dgm:prSet presAssocID="{59DF3F2E-B2AB-45B2-A7F9-84317107906B}" presName="Name9" presStyleLbl="parChTrans1D2" presStyleIdx="0" presStyleCnt="6"/>
      <dgm:spPr/>
    </dgm:pt>
    <dgm:pt modelId="{C86AE98A-DF3B-4E5D-8ECC-A36BCF035581}" type="pres">
      <dgm:prSet presAssocID="{59DF3F2E-B2AB-45B2-A7F9-84317107906B}" presName="connTx" presStyleLbl="parChTrans1D2" presStyleIdx="0" presStyleCnt="6"/>
      <dgm:spPr/>
    </dgm:pt>
    <dgm:pt modelId="{73385B82-17CB-4329-AAC9-63FD0476E53D}" type="pres">
      <dgm:prSet presAssocID="{91745ED1-03B4-43D6-A181-1C6BB5C51886}" presName="node" presStyleLbl="node1" presStyleIdx="0" presStyleCnt="6">
        <dgm:presLayoutVars>
          <dgm:bulletEnabled val="1"/>
        </dgm:presLayoutVars>
      </dgm:prSet>
      <dgm:spPr/>
    </dgm:pt>
    <dgm:pt modelId="{6A85698F-A968-42AD-9E8A-9B9EC92B79A0}" type="pres">
      <dgm:prSet presAssocID="{FB3B2BC2-49BC-4172-BE96-10F078DA7991}" presName="Name9" presStyleLbl="parChTrans1D2" presStyleIdx="1" presStyleCnt="6"/>
      <dgm:spPr/>
    </dgm:pt>
    <dgm:pt modelId="{8858F638-C505-4419-A5C8-F88C53EE6350}" type="pres">
      <dgm:prSet presAssocID="{FB3B2BC2-49BC-4172-BE96-10F078DA7991}" presName="connTx" presStyleLbl="parChTrans1D2" presStyleIdx="1" presStyleCnt="6"/>
      <dgm:spPr/>
    </dgm:pt>
    <dgm:pt modelId="{E5BB2138-A69F-4772-AF0C-91FED8A4AA46}" type="pres">
      <dgm:prSet presAssocID="{A2C2BF71-CF5B-453F-818E-1CC0A81B6DDE}" presName="node" presStyleLbl="node1" presStyleIdx="1" presStyleCnt="6">
        <dgm:presLayoutVars>
          <dgm:bulletEnabled val="1"/>
        </dgm:presLayoutVars>
      </dgm:prSet>
      <dgm:spPr/>
    </dgm:pt>
    <dgm:pt modelId="{1117E420-D406-4268-A7F1-646F76CF1272}" type="pres">
      <dgm:prSet presAssocID="{DB2B9DFA-A153-4664-BDA3-94592F45FB6D}" presName="Name9" presStyleLbl="parChTrans1D2" presStyleIdx="2" presStyleCnt="6"/>
      <dgm:spPr/>
    </dgm:pt>
    <dgm:pt modelId="{B3ECB082-565E-4045-B5FD-B86E5B638AEA}" type="pres">
      <dgm:prSet presAssocID="{DB2B9DFA-A153-4664-BDA3-94592F45FB6D}" presName="connTx" presStyleLbl="parChTrans1D2" presStyleIdx="2" presStyleCnt="6"/>
      <dgm:spPr/>
    </dgm:pt>
    <dgm:pt modelId="{6BDFE3EB-EB6D-4214-8B9E-4731921F9B77}" type="pres">
      <dgm:prSet presAssocID="{49FC17DF-424E-4134-8ED4-CB1213D067EF}" presName="node" presStyleLbl="node1" presStyleIdx="2" presStyleCnt="6">
        <dgm:presLayoutVars>
          <dgm:bulletEnabled val="1"/>
        </dgm:presLayoutVars>
      </dgm:prSet>
      <dgm:spPr/>
    </dgm:pt>
    <dgm:pt modelId="{6E6A8876-D8F8-4933-B543-4C73407E16B0}" type="pres">
      <dgm:prSet presAssocID="{433EAA7C-1025-4255-891D-7A85F1D0FFC3}" presName="Name9" presStyleLbl="parChTrans1D2" presStyleIdx="3" presStyleCnt="6"/>
      <dgm:spPr/>
    </dgm:pt>
    <dgm:pt modelId="{3D4E1A30-84AF-4CA6-92A1-B6C651A60303}" type="pres">
      <dgm:prSet presAssocID="{433EAA7C-1025-4255-891D-7A85F1D0FFC3}" presName="connTx" presStyleLbl="parChTrans1D2" presStyleIdx="3" presStyleCnt="6"/>
      <dgm:spPr/>
    </dgm:pt>
    <dgm:pt modelId="{1ADAF595-26C2-4F43-9AA9-03DBDC81DE28}" type="pres">
      <dgm:prSet presAssocID="{D626BF83-A46E-445F-AB21-50FE5E4EBA6C}" presName="node" presStyleLbl="node1" presStyleIdx="3" presStyleCnt="6">
        <dgm:presLayoutVars>
          <dgm:bulletEnabled val="1"/>
        </dgm:presLayoutVars>
      </dgm:prSet>
      <dgm:spPr/>
    </dgm:pt>
    <dgm:pt modelId="{D801C77F-131D-4786-8496-C50D3C4819EE}" type="pres">
      <dgm:prSet presAssocID="{4A8AD47E-61E9-43E7-A85B-B1857BB984FA}" presName="Name9" presStyleLbl="parChTrans1D2" presStyleIdx="4" presStyleCnt="6"/>
      <dgm:spPr/>
    </dgm:pt>
    <dgm:pt modelId="{27136565-9D17-411C-BBD1-FD91EDC8133D}" type="pres">
      <dgm:prSet presAssocID="{4A8AD47E-61E9-43E7-A85B-B1857BB984FA}" presName="connTx" presStyleLbl="parChTrans1D2" presStyleIdx="4" presStyleCnt="6"/>
      <dgm:spPr/>
    </dgm:pt>
    <dgm:pt modelId="{412AF5BC-7A0D-419B-9907-0EC5C94AB1BE}" type="pres">
      <dgm:prSet presAssocID="{9A232250-E5C1-4579-BC91-7BABCB335B6A}" presName="node" presStyleLbl="node1" presStyleIdx="4" presStyleCnt="6">
        <dgm:presLayoutVars>
          <dgm:bulletEnabled val="1"/>
        </dgm:presLayoutVars>
      </dgm:prSet>
      <dgm:spPr/>
    </dgm:pt>
    <dgm:pt modelId="{74792C3A-9349-4EA5-A9DB-945D1973AE23}" type="pres">
      <dgm:prSet presAssocID="{445AFF61-06DF-4C44-B9B9-BA811CF20A86}" presName="Name9" presStyleLbl="parChTrans1D2" presStyleIdx="5" presStyleCnt="6"/>
      <dgm:spPr/>
    </dgm:pt>
    <dgm:pt modelId="{BDF80089-54FA-481E-8B7B-878AFB5C12C7}" type="pres">
      <dgm:prSet presAssocID="{445AFF61-06DF-4C44-B9B9-BA811CF20A86}" presName="connTx" presStyleLbl="parChTrans1D2" presStyleIdx="5" presStyleCnt="6"/>
      <dgm:spPr/>
    </dgm:pt>
    <dgm:pt modelId="{767C9A0E-1316-45B7-9837-6AA054D670F7}" type="pres">
      <dgm:prSet presAssocID="{9FB99B02-0791-4D76-AD00-C528B9CBA35D}" presName="node" presStyleLbl="node1" presStyleIdx="5" presStyleCnt="6">
        <dgm:presLayoutVars>
          <dgm:bulletEnabled val="1"/>
        </dgm:presLayoutVars>
      </dgm:prSet>
      <dgm:spPr/>
    </dgm:pt>
  </dgm:ptLst>
  <dgm:cxnLst>
    <dgm:cxn modelId="{E88C0D07-D29B-402B-B914-66CDA9408CB2}" type="presOf" srcId="{59DF3F2E-B2AB-45B2-A7F9-84317107906B}" destId="{C86AE98A-DF3B-4E5D-8ECC-A36BCF035581}" srcOrd="1" destOrd="0" presId="urn:microsoft.com/office/officeart/2005/8/layout/radial1"/>
    <dgm:cxn modelId="{A80F5414-C11A-454B-9A72-FCCE152D9C54}" srcId="{8F64D8BF-C3AE-44D9-ADB0-D987EB25EFB0}" destId="{9A232250-E5C1-4579-BC91-7BABCB335B6A}" srcOrd="4" destOrd="0" parTransId="{4A8AD47E-61E9-43E7-A85B-B1857BB984FA}" sibTransId="{D8A1A60F-9CC1-4540-83F2-D38D42230489}"/>
    <dgm:cxn modelId="{4FC79519-E34C-4AFD-92DD-CDF6173028BC}" srcId="{8F64D8BF-C3AE-44D9-ADB0-D987EB25EFB0}" destId="{D626BF83-A46E-445F-AB21-50FE5E4EBA6C}" srcOrd="3" destOrd="0" parTransId="{433EAA7C-1025-4255-891D-7A85F1D0FFC3}" sibTransId="{E8FC08E2-50D8-47C4-BB02-1AE20936997E}"/>
    <dgm:cxn modelId="{F3A8CA1A-5C85-41A9-8A99-E8407B01D40B}" type="presOf" srcId="{91745ED1-03B4-43D6-A181-1C6BB5C51886}" destId="{73385B82-17CB-4329-AAC9-63FD0476E53D}" srcOrd="0" destOrd="0" presId="urn:microsoft.com/office/officeart/2005/8/layout/radial1"/>
    <dgm:cxn modelId="{B5D4371B-F76A-4889-A22A-82862726D268}" type="presOf" srcId="{8F64D8BF-C3AE-44D9-ADB0-D987EB25EFB0}" destId="{35BCE36B-8BAB-4B6D-902A-A2F5E06AEE93}" srcOrd="0" destOrd="0" presId="urn:microsoft.com/office/officeart/2005/8/layout/radial1"/>
    <dgm:cxn modelId="{E532C626-0E8E-430B-A9B9-74FC2BCE706B}" srcId="{8F64D8BF-C3AE-44D9-ADB0-D987EB25EFB0}" destId="{A2C2BF71-CF5B-453F-818E-1CC0A81B6DDE}" srcOrd="1" destOrd="0" parTransId="{FB3B2BC2-49BC-4172-BE96-10F078DA7991}" sibTransId="{62863C37-F1F1-4591-A734-ABF12EE1B4E5}"/>
    <dgm:cxn modelId="{0274E95E-CC58-482D-9160-CE062A2C5149}" type="presOf" srcId="{9A232250-E5C1-4579-BC91-7BABCB335B6A}" destId="{412AF5BC-7A0D-419B-9907-0EC5C94AB1BE}" srcOrd="0" destOrd="0" presId="urn:microsoft.com/office/officeart/2005/8/layout/radial1"/>
    <dgm:cxn modelId="{AD64DE64-B6F8-427D-A510-A9810790BB50}" type="presOf" srcId="{59DF3F2E-B2AB-45B2-A7F9-84317107906B}" destId="{3B25FFED-F4F7-4DCF-9194-80EBA3147926}" srcOrd="0" destOrd="0" presId="urn:microsoft.com/office/officeart/2005/8/layout/radial1"/>
    <dgm:cxn modelId="{65FCE548-BD28-4488-8D37-60CE312161A2}" srcId="{8F64D8BF-C3AE-44D9-ADB0-D987EB25EFB0}" destId="{49FC17DF-424E-4134-8ED4-CB1213D067EF}" srcOrd="2" destOrd="0" parTransId="{DB2B9DFA-A153-4664-BDA3-94592F45FB6D}" sibTransId="{F3A0E418-1ADE-4D69-A3EF-4E2971E83603}"/>
    <dgm:cxn modelId="{05E1686E-B795-411C-AEB9-436BF0B4B071}" type="presOf" srcId="{DB2B9DFA-A153-4664-BDA3-94592F45FB6D}" destId="{B3ECB082-565E-4045-B5FD-B86E5B638AEA}" srcOrd="1" destOrd="0" presId="urn:microsoft.com/office/officeart/2005/8/layout/radial1"/>
    <dgm:cxn modelId="{6664AD4F-53CD-4409-BA05-78411D3F4552}" type="presOf" srcId="{9FB99B02-0791-4D76-AD00-C528B9CBA35D}" destId="{767C9A0E-1316-45B7-9837-6AA054D670F7}" srcOrd="0" destOrd="0" presId="urn:microsoft.com/office/officeart/2005/8/layout/radial1"/>
    <dgm:cxn modelId="{B2BB2855-DAE0-46C5-BAA5-658BDDE67054}" type="presOf" srcId="{433EAA7C-1025-4255-891D-7A85F1D0FFC3}" destId="{3D4E1A30-84AF-4CA6-92A1-B6C651A60303}" srcOrd="1" destOrd="0" presId="urn:microsoft.com/office/officeart/2005/8/layout/radial1"/>
    <dgm:cxn modelId="{CAC48A8B-06BA-4E89-BBCC-8B3026DE5E1B}" type="presOf" srcId="{D626BF83-A46E-445F-AB21-50FE5E4EBA6C}" destId="{1ADAF595-26C2-4F43-9AA9-03DBDC81DE28}" srcOrd="0" destOrd="0" presId="urn:microsoft.com/office/officeart/2005/8/layout/radial1"/>
    <dgm:cxn modelId="{A79B6590-317F-459E-B2DF-59B4AB9ABDF1}" type="presOf" srcId="{FB3B2BC2-49BC-4172-BE96-10F078DA7991}" destId="{8858F638-C505-4419-A5C8-F88C53EE6350}" srcOrd="1" destOrd="0" presId="urn:microsoft.com/office/officeart/2005/8/layout/radial1"/>
    <dgm:cxn modelId="{47DE369A-7DE0-448F-AB9B-42FD8DBA0AF4}" type="presOf" srcId="{433EAA7C-1025-4255-891D-7A85F1D0FFC3}" destId="{6E6A8876-D8F8-4933-B543-4C73407E16B0}" srcOrd="0" destOrd="0" presId="urn:microsoft.com/office/officeart/2005/8/layout/radial1"/>
    <dgm:cxn modelId="{D9472CA3-93CF-4B95-B78D-8325BFBE7A81}" srcId="{8F64D8BF-C3AE-44D9-ADB0-D987EB25EFB0}" destId="{91745ED1-03B4-43D6-A181-1C6BB5C51886}" srcOrd="0" destOrd="0" parTransId="{59DF3F2E-B2AB-45B2-A7F9-84317107906B}" sibTransId="{C256885A-2C3B-46C2-9690-125EAA10F908}"/>
    <dgm:cxn modelId="{8A53EBAD-54A2-4028-B7A4-188B033B427E}" type="presOf" srcId="{445AFF61-06DF-4C44-B9B9-BA811CF20A86}" destId="{BDF80089-54FA-481E-8B7B-878AFB5C12C7}" srcOrd="1" destOrd="0" presId="urn:microsoft.com/office/officeart/2005/8/layout/radial1"/>
    <dgm:cxn modelId="{BBDD20B1-E40C-459C-8FF1-046301977C98}" type="presOf" srcId="{445AFF61-06DF-4C44-B9B9-BA811CF20A86}" destId="{74792C3A-9349-4EA5-A9DB-945D1973AE23}" srcOrd="0" destOrd="0" presId="urn:microsoft.com/office/officeart/2005/8/layout/radial1"/>
    <dgm:cxn modelId="{06B933B2-4BB4-435F-8447-85C8D5566436}" type="presOf" srcId="{4A8AD47E-61E9-43E7-A85B-B1857BB984FA}" destId="{27136565-9D17-411C-BBD1-FD91EDC8133D}" srcOrd="1" destOrd="0" presId="urn:microsoft.com/office/officeart/2005/8/layout/radial1"/>
    <dgm:cxn modelId="{A17C3AB9-5EF4-4758-A8C6-24898011BD2E}" srcId="{04CA7E94-311D-456A-BA7A-B90D2919EA08}" destId="{8F64D8BF-C3AE-44D9-ADB0-D987EB25EFB0}" srcOrd="0" destOrd="0" parTransId="{0BE1D765-F9B3-48EF-AFC2-6BA5C8357E6A}" sibTransId="{7B240431-1C27-48FF-A321-E1B1C3FBFA40}"/>
    <dgm:cxn modelId="{60EAB6BD-8C2D-4998-8AA6-8F658740AB17}" type="presOf" srcId="{49FC17DF-424E-4134-8ED4-CB1213D067EF}" destId="{6BDFE3EB-EB6D-4214-8B9E-4731921F9B77}" srcOrd="0" destOrd="0" presId="urn:microsoft.com/office/officeart/2005/8/layout/radial1"/>
    <dgm:cxn modelId="{13FDC1BD-9429-4DC6-B0F1-D5B1837C90B9}" type="presOf" srcId="{A2C2BF71-CF5B-453F-818E-1CC0A81B6DDE}" destId="{E5BB2138-A69F-4772-AF0C-91FED8A4AA46}" srcOrd="0" destOrd="0" presId="urn:microsoft.com/office/officeart/2005/8/layout/radial1"/>
    <dgm:cxn modelId="{EC1B5ADA-8A6D-4DF9-BC43-052F54C5ED9D}" type="presOf" srcId="{DB2B9DFA-A153-4664-BDA3-94592F45FB6D}" destId="{1117E420-D406-4268-A7F1-646F76CF1272}" srcOrd="0" destOrd="0" presId="urn:microsoft.com/office/officeart/2005/8/layout/radial1"/>
    <dgm:cxn modelId="{89CCDCDF-765B-49D1-9C30-E311DC9E1493}" srcId="{8F64D8BF-C3AE-44D9-ADB0-D987EB25EFB0}" destId="{9FB99B02-0791-4D76-AD00-C528B9CBA35D}" srcOrd="5" destOrd="0" parTransId="{445AFF61-06DF-4C44-B9B9-BA811CF20A86}" sibTransId="{102973F6-F2FA-4EB6-8B2E-A40FCFCED253}"/>
    <dgm:cxn modelId="{86FFF0DF-C041-4D75-8364-3DA66FFD8ADB}" type="presOf" srcId="{4A8AD47E-61E9-43E7-A85B-B1857BB984FA}" destId="{D801C77F-131D-4786-8496-C50D3C4819EE}" srcOrd="0" destOrd="0" presId="urn:microsoft.com/office/officeart/2005/8/layout/radial1"/>
    <dgm:cxn modelId="{876AFDE3-0FDD-4E04-91DB-37DC8D560490}" srcId="{04CA7E94-311D-456A-BA7A-B90D2919EA08}" destId="{B76C8002-615E-4F4C-941F-CEA5F2239709}" srcOrd="1" destOrd="0" parTransId="{053CC028-98DD-4094-A485-DEB2135E45D7}" sibTransId="{6F67B49A-AC84-4984-8593-F1F1EB10CA49}"/>
    <dgm:cxn modelId="{9D2B69E5-A36E-4A0B-B565-CCF5ECE0C9CE}" type="presOf" srcId="{FB3B2BC2-49BC-4172-BE96-10F078DA7991}" destId="{6A85698F-A968-42AD-9E8A-9B9EC92B79A0}" srcOrd="0" destOrd="0" presId="urn:microsoft.com/office/officeart/2005/8/layout/radial1"/>
    <dgm:cxn modelId="{35E642EB-2032-4D59-B3B1-8C7301557C25}" type="presOf" srcId="{04CA7E94-311D-456A-BA7A-B90D2919EA08}" destId="{B6CB3950-E21A-42CA-9132-F7E0ED16713E}" srcOrd="0" destOrd="0" presId="urn:microsoft.com/office/officeart/2005/8/layout/radial1"/>
    <dgm:cxn modelId="{083CD16D-922F-494B-AC6F-0725402B8725}" type="presParOf" srcId="{B6CB3950-E21A-42CA-9132-F7E0ED16713E}" destId="{35BCE36B-8BAB-4B6D-902A-A2F5E06AEE93}" srcOrd="0" destOrd="0" presId="urn:microsoft.com/office/officeart/2005/8/layout/radial1"/>
    <dgm:cxn modelId="{1BBD19FE-5605-4EB9-BA1D-3A4B658765CC}" type="presParOf" srcId="{B6CB3950-E21A-42CA-9132-F7E0ED16713E}" destId="{3B25FFED-F4F7-4DCF-9194-80EBA3147926}" srcOrd="1" destOrd="0" presId="urn:microsoft.com/office/officeart/2005/8/layout/radial1"/>
    <dgm:cxn modelId="{FD63287C-299C-4074-984C-9392DBA67870}" type="presParOf" srcId="{3B25FFED-F4F7-4DCF-9194-80EBA3147926}" destId="{C86AE98A-DF3B-4E5D-8ECC-A36BCF035581}" srcOrd="0" destOrd="0" presId="urn:microsoft.com/office/officeart/2005/8/layout/radial1"/>
    <dgm:cxn modelId="{B0B773A2-B138-4A31-9FEE-588290CA298C}" type="presParOf" srcId="{B6CB3950-E21A-42CA-9132-F7E0ED16713E}" destId="{73385B82-17CB-4329-AAC9-63FD0476E53D}" srcOrd="2" destOrd="0" presId="urn:microsoft.com/office/officeart/2005/8/layout/radial1"/>
    <dgm:cxn modelId="{165AB9E8-1A8A-48B8-9296-1579AFB395C3}" type="presParOf" srcId="{B6CB3950-E21A-42CA-9132-F7E0ED16713E}" destId="{6A85698F-A968-42AD-9E8A-9B9EC92B79A0}" srcOrd="3" destOrd="0" presId="urn:microsoft.com/office/officeart/2005/8/layout/radial1"/>
    <dgm:cxn modelId="{C7758BFA-DB6C-4818-8823-1BDC33B70CAA}" type="presParOf" srcId="{6A85698F-A968-42AD-9E8A-9B9EC92B79A0}" destId="{8858F638-C505-4419-A5C8-F88C53EE6350}" srcOrd="0" destOrd="0" presId="urn:microsoft.com/office/officeart/2005/8/layout/radial1"/>
    <dgm:cxn modelId="{680D380B-F013-4D2F-BA6D-C425909DC256}" type="presParOf" srcId="{B6CB3950-E21A-42CA-9132-F7E0ED16713E}" destId="{E5BB2138-A69F-4772-AF0C-91FED8A4AA46}" srcOrd="4" destOrd="0" presId="urn:microsoft.com/office/officeart/2005/8/layout/radial1"/>
    <dgm:cxn modelId="{57327DCF-8779-4841-B49C-C204015F05E3}" type="presParOf" srcId="{B6CB3950-E21A-42CA-9132-F7E0ED16713E}" destId="{1117E420-D406-4268-A7F1-646F76CF1272}" srcOrd="5" destOrd="0" presId="urn:microsoft.com/office/officeart/2005/8/layout/radial1"/>
    <dgm:cxn modelId="{D90B0867-2884-432B-BE6F-459278805ABF}" type="presParOf" srcId="{1117E420-D406-4268-A7F1-646F76CF1272}" destId="{B3ECB082-565E-4045-B5FD-B86E5B638AEA}" srcOrd="0" destOrd="0" presId="urn:microsoft.com/office/officeart/2005/8/layout/radial1"/>
    <dgm:cxn modelId="{E0A2F029-C182-4DE0-9B92-6789D2511F76}" type="presParOf" srcId="{B6CB3950-E21A-42CA-9132-F7E0ED16713E}" destId="{6BDFE3EB-EB6D-4214-8B9E-4731921F9B77}" srcOrd="6" destOrd="0" presId="urn:microsoft.com/office/officeart/2005/8/layout/radial1"/>
    <dgm:cxn modelId="{AB27982D-2471-44E6-8D89-F423D71D6940}" type="presParOf" srcId="{B6CB3950-E21A-42CA-9132-F7E0ED16713E}" destId="{6E6A8876-D8F8-4933-B543-4C73407E16B0}" srcOrd="7" destOrd="0" presId="urn:microsoft.com/office/officeart/2005/8/layout/radial1"/>
    <dgm:cxn modelId="{C64741EE-B10D-42FD-8AA5-50DC13A8273F}" type="presParOf" srcId="{6E6A8876-D8F8-4933-B543-4C73407E16B0}" destId="{3D4E1A30-84AF-4CA6-92A1-B6C651A60303}" srcOrd="0" destOrd="0" presId="urn:microsoft.com/office/officeart/2005/8/layout/radial1"/>
    <dgm:cxn modelId="{42AEF88D-541C-4C12-A42C-EB10C23F8216}" type="presParOf" srcId="{B6CB3950-E21A-42CA-9132-F7E0ED16713E}" destId="{1ADAF595-26C2-4F43-9AA9-03DBDC81DE28}" srcOrd="8" destOrd="0" presId="urn:microsoft.com/office/officeart/2005/8/layout/radial1"/>
    <dgm:cxn modelId="{3E9EE715-909A-48C9-8E1F-322C03E7C54E}" type="presParOf" srcId="{B6CB3950-E21A-42CA-9132-F7E0ED16713E}" destId="{D801C77F-131D-4786-8496-C50D3C4819EE}" srcOrd="9" destOrd="0" presId="urn:microsoft.com/office/officeart/2005/8/layout/radial1"/>
    <dgm:cxn modelId="{CBBC2DCA-613D-493D-BDBE-6A9A3BBFF873}" type="presParOf" srcId="{D801C77F-131D-4786-8496-C50D3C4819EE}" destId="{27136565-9D17-411C-BBD1-FD91EDC8133D}" srcOrd="0" destOrd="0" presId="urn:microsoft.com/office/officeart/2005/8/layout/radial1"/>
    <dgm:cxn modelId="{7CE9A2AD-E840-41BD-A742-21176E0A0ED8}" type="presParOf" srcId="{B6CB3950-E21A-42CA-9132-F7E0ED16713E}" destId="{412AF5BC-7A0D-419B-9907-0EC5C94AB1BE}" srcOrd="10" destOrd="0" presId="urn:microsoft.com/office/officeart/2005/8/layout/radial1"/>
    <dgm:cxn modelId="{3F831CAD-35CC-41E3-8EF0-28E3C483B3EC}" type="presParOf" srcId="{B6CB3950-E21A-42CA-9132-F7E0ED16713E}" destId="{74792C3A-9349-4EA5-A9DB-945D1973AE23}" srcOrd="11" destOrd="0" presId="urn:microsoft.com/office/officeart/2005/8/layout/radial1"/>
    <dgm:cxn modelId="{6451F050-536A-4148-9450-449E922246E4}" type="presParOf" srcId="{74792C3A-9349-4EA5-A9DB-945D1973AE23}" destId="{BDF80089-54FA-481E-8B7B-878AFB5C12C7}" srcOrd="0" destOrd="0" presId="urn:microsoft.com/office/officeart/2005/8/layout/radial1"/>
    <dgm:cxn modelId="{52AD03A8-D8DB-4338-887A-D335C203640F}" type="presParOf" srcId="{B6CB3950-E21A-42CA-9132-F7E0ED16713E}" destId="{767C9A0E-1316-45B7-9837-6AA054D670F7}" srcOrd="1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491F0B-DD24-4537-8E4F-49DA9FE87B32}"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fr-FR"/>
        </a:p>
      </dgm:t>
    </dgm:pt>
    <dgm:pt modelId="{38265B61-2B86-42AC-85C3-71F9503940FC}">
      <dgm:prSet phldrT="[Texte]" custT="1"/>
      <dgm:spPr>
        <a:solidFill>
          <a:srgbClr val="D4D600">
            <a:alpha val="50000"/>
          </a:srgbClr>
        </a:solidFill>
        <a:ln>
          <a:noFill/>
        </a:ln>
      </dgm:spPr>
      <dgm:t>
        <a:bodyPr/>
        <a:lstStyle/>
        <a:p>
          <a:r>
            <a:rPr lang="fr-FR" sz="2500" dirty="0">
              <a:solidFill>
                <a:schemeClr val="bg1"/>
              </a:solidFill>
            </a:rPr>
            <a:t>Imaginaire </a:t>
          </a:r>
          <a:r>
            <a:rPr lang="fr-FR" sz="1400" dirty="0">
              <a:solidFill>
                <a:schemeClr val="bg1"/>
              </a:solidFill>
            </a:rPr>
            <a:t>(projets, objectifs)</a:t>
          </a:r>
        </a:p>
      </dgm:t>
    </dgm:pt>
    <dgm:pt modelId="{E75E63A3-44CD-47E9-A43C-3C8E89F6C1EE}" type="parTrans" cxnId="{6F4CB7D3-3F47-4306-81E1-63E98DAC5EE3}">
      <dgm:prSet/>
      <dgm:spPr/>
      <dgm:t>
        <a:bodyPr/>
        <a:lstStyle/>
        <a:p>
          <a:endParaRPr lang="fr-FR"/>
        </a:p>
      </dgm:t>
    </dgm:pt>
    <dgm:pt modelId="{6D27ED7D-BFCE-4AA0-BDA3-D8D4C5AF5CCE}" type="sibTrans" cxnId="{6F4CB7D3-3F47-4306-81E1-63E98DAC5EE3}">
      <dgm:prSet/>
      <dgm:spPr/>
      <dgm:t>
        <a:bodyPr/>
        <a:lstStyle/>
        <a:p>
          <a:endParaRPr lang="fr-FR"/>
        </a:p>
      </dgm:t>
    </dgm:pt>
    <dgm:pt modelId="{487D9C90-4C1F-4551-897A-8BB4FB9F53CC}">
      <dgm:prSet phldrT="[Texte]" custT="1"/>
      <dgm:spPr>
        <a:solidFill>
          <a:srgbClr val="D4D600">
            <a:alpha val="50000"/>
          </a:srgbClr>
        </a:solidFill>
        <a:ln>
          <a:noFill/>
        </a:ln>
      </dgm:spPr>
      <dgm:t>
        <a:bodyPr/>
        <a:lstStyle/>
        <a:p>
          <a:r>
            <a:rPr lang="fr-FR" sz="2200" dirty="0">
              <a:solidFill>
                <a:schemeClr val="bg1"/>
              </a:solidFill>
            </a:rPr>
            <a:t>Réalité</a:t>
          </a:r>
          <a:r>
            <a:rPr lang="fr-FR" sz="2000" dirty="0">
              <a:solidFill>
                <a:schemeClr val="bg1"/>
              </a:solidFill>
            </a:rPr>
            <a:t> </a:t>
          </a:r>
          <a:r>
            <a:rPr lang="fr-FR" sz="1400" dirty="0">
              <a:solidFill>
                <a:schemeClr val="bg1"/>
              </a:solidFill>
            </a:rPr>
            <a:t>(fonctionnement, environnement)</a:t>
          </a:r>
        </a:p>
      </dgm:t>
    </dgm:pt>
    <dgm:pt modelId="{E10D4500-31D5-4BAA-A304-E558ACF48C58}" type="parTrans" cxnId="{3EB1C4F6-494C-4BCC-99D2-3C3D1D353943}">
      <dgm:prSet/>
      <dgm:spPr/>
      <dgm:t>
        <a:bodyPr/>
        <a:lstStyle/>
        <a:p>
          <a:endParaRPr lang="fr-FR"/>
        </a:p>
      </dgm:t>
    </dgm:pt>
    <dgm:pt modelId="{F993513B-30B1-43BC-B843-752A62C69D66}" type="sibTrans" cxnId="{3EB1C4F6-494C-4BCC-99D2-3C3D1D353943}">
      <dgm:prSet/>
      <dgm:spPr/>
      <dgm:t>
        <a:bodyPr/>
        <a:lstStyle/>
        <a:p>
          <a:endParaRPr lang="fr-FR"/>
        </a:p>
      </dgm:t>
    </dgm:pt>
    <dgm:pt modelId="{7E53BD8B-1ADA-4921-B11E-365D431D69A5}">
      <dgm:prSet phldrT="[Texte]"/>
      <dgm:spPr>
        <a:solidFill>
          <a:srgbClr val="D4D600">
            <a:alpha val="50000"/>
          </a:srgbClr>
        </a:solidFill>
        <a:ln>
          <a:noFill/>
        </a:ln>
      </dgm:spPr>
      <dgm:t>
        <a:bodyPr/>
        <a:lstStyle/>
        <a:p>
          <a:endParaRPr lang="fr-FR" dirty="0">
            <a:solidFill>
              <a:schemeClr val="bg1"/>
            </a:solidFill>
          </a:endParaRPr>
        </a:p>
      </dgm:t>
    </dgm:pt>
    <dgm:pt modelId="{AA7F537D-E502-46CF-ABEE-3E76EEB63AEC}" type="sibTrans" cxnId="{770FC5D8-EE68-4F1E-BAE2-394CC06C8B9F}">
      <dgm:prSet/>
      <dgm:spPr/>
      <dgm:t>
        <a:bodyPr/>
        <a:lstStyle/>
        <a:p>
          <a:endParaRPr lang="fr-FR"/>
        </a:p>
      </dgm:t>
    </dgm:pt>
    <dgm:pt modelId="{FFC27E56-46EB-443F-9FC7-AB2FAB5846AB}" type="parTrans" cxnId="{770FC5D8-EE68-4F1E-BAE2-394CC06C8B9F}">
      <dgm:prSet/>
      <dgm:spPr/>
      <dgm:t>
        <a:bodyPr/>
        <a:lstStyle/>
        <a:p>
          <a:endParaRPr lang="fr-FR"/>
        </a:p>
      </dgm:t>
    </dgm:pt>
    <dgm:pt modelId="{8F57F0EA-EA36-4489-83BA-6507FF794330}">
      <dgm:prSet phldrT="[Texte]" custT="1"/>
      <dgm:spPr>
        <a:solidFill>
          <a:srgbClr val="D4D600">
            <a:alpha val="50000"/>
          </a:srgbClr>
        </a:solidFill>
        <a:ln>
          <a:noFill/>
        </a:ln>
      </dgm:spPr>
      <dgm:t>
        <a:bodyPr/>
        <a:lstStyle/>
        <a:p>
          <a:r>
            <a:rPr lang="fr-FR" sz="2200" dirty="0">
              <a:solidFill>
                <a:schemeClr val="bg1"/>
              </a:solidFill>
            </a:rPr>
            <a:t>Symbolique </a:t>
          </a:r>
          <a:r>
            <a:rPr lang="fr-FR" sz="1400" dirty="0">
              <a:solidFill>
                <a:schemeClr val="bg1"/>
              </a:solidFill>
            </a:rPr>
            <a:t>(lien, codes)</a:t>
          </a:r>
        </a:p>
      </dgm:t>
    </dgm:pt>
    <dgm:pt modelId="{8AE1D892-49DB-47BE-A0D4-8A5582EE67C1}" type="sibTrans" cxnId="{DCE34A0C-FE89-4CE0-9BBB-145C8138E855}">
      <dgm:prSet/>
      <dgm:spPr/>
      <dgm:t>
        <a:bodyPr/>
        <a:lstStyle/>
        <a:p>
          <a:endParaRPr lang="fr-FR"/>
        </a:p>
      </dgm:t>
    </dgm:pt>
    <dgm:pt modelId="{7E5A066B-D416-4628-AD81-58BEDCDCAD9E}" type="parTrans" cxnId="{DCE34A0C-FE89-4CE0-9BBB-145C8138E855}">
      <dgm:prSet/>
      <dgm:spPr/>
      <dgm:t>
        <a:bodyPr/>
        <a:lstStyle/>
        <a:p>
          <a:endParaRPr lang="fr-FR"/>
        </a:p>
      </dgm:t>
    </dgm:pt>
    <dgm:pt modelId="{CD0A533B-5257-42C0-BFF0-39F645AA6B66}" type="pres">
      <dgm:prSet presAssocID="{32491F0B-DD24-4537-8E4F-49DA9FE87B32}" presName="composite" presStyleCnt="0">
        <dgm:presLayoutVars>
          <dgm:chMax val="1"/>
          <dgm:dir/>
          <dgm:resizeHandles val="exact"/>
        </dgm:presLayoutVars>
      </dgm:prSet>
      <dgm:spPr/>
    </dgm:pt>
    <dgm:pt modelId="{F96D6C6D-D84D-4108-8B94-F572687A8D8C}" type="pres">
      <dgm:prSet presAssocID="{32491F0B-DD24-4537-8E4F-49DA9FE87B32}" presName="radial" presStyleCnt="0">
        <dgm:presLayoutVars>
          <dgm:animLvl val="ctr"/>
        </dgm:presLayoutVars>
      </dgm:prSet>
      <dgm:spPr/>
    </dgm:pt>
    <dgm:pt modelId="{0135DFC8-53C4-430B-953B-B8BD888FA3E9}" type="pres">
      <dgm:prSet presAssocID="{7E53BD8B-1ADA-4921-B11E-365D431D69A5}" presName="centerShape" presStyleLbl="vennNode1" presStyleIdx="0" presStyleCnt="4" custScaleX="34341" custScaleY="26806"/>
      <dgm:spPr/>
    </dgm:pt>
    <dgm:pt modelId="{5BFD8DD3-3A2A-4CFA-91C6-4C6ECAE43CD8}" type="pres">
      <dgm:prSet presAssocID="{8F57F0EA-EA36-4489-83BA-6507FF794330}" presName="node" presStyleLbl="vennNode1" presStyleIdx="1" presStyleCnt="4" custScaleX="172417" custScaleY="155630" custRadScaleRad="46903" custRadScaleInc="8043">
        <dgm:presLayoutVars>
          <dgm:bulletEnabled val="1"/>
        </dgm:presLayoutVars>
      </dgm:prSet>
      <dgm:spPr/>
    </dgm:pt>
    <dgm:pt modelId="{F191708C-B9BF-4C3D-A0AF-B19D1B131548}" type="pres">
      <dgm:prSet presAssocID="{38265B61-2B86-42AC-85C3-71F9503940FC}" presName="node" presStyleLbl="vennNode1" presStyleIdx="2" presStyleCnt="4" custScaleX="175513" custScaleY="157343" custRadScaleRad="82487" custRadScaleInc="711">
        <dgm:presLayoutVars>
          <dgm:bulletEnabled val="1"/>
        </dgm:presLayoutVars>
      </dgm:prSet>
      <dgm:spPr/>
    </dgm:pt>
    <dgm:pt modelId="{BA9AC821-2EBE-4428-9560-2F2194550BBD}" type="pres">
      <dgm:prSet presAssocID="{487D9C90-4C1F-4551-897A-8BB4FB9F53CC}" presName="node" presStyleLbl="vennNode1" presStyleIdx="3" presStyleCnt="4" custScaleX="180405" custScaleY="160249" custRadScaleRad="74605" custRadScaleInc="2367">
        <dgm:presLayoutVars>
          <dgm:bulletEnabled val="1"/>
        </dgm:presLayoutVars>
      </dgm:prSet>
      <dgm:spPr/>
    </dgm:pt>
  </dgm:ptLst>
  <dgm:cxnLst>
    <dgm:cxn modelId="{DCE34A0C-FE89-4CE0-9BBB-145C8138E855}" srcId="{7E53BD8B-1ADA-4921-B11E-365D431D69A5}" destId="{8F57F0EA-EA36-4489-83BA-6507FF794330}" srcOrd="0" destOrd="0" parTransId="{7E5A066B-D416-4628-AD81-58BEDCDCAD9E}" sibTransId="{8AE1D892-49DB-47BE-A0D4-8A5582EE67C1}"/>
    <dgm:cxn modelId="{3A71C425-4F17-4449-A08E-2334162035A6}" type="presOf" srcId="{487D9C90-4C1F-4551-897A-8BB4FB9F53CC}" destId="{BA9AC821-2EBE-4428-9560-2F2194550BBD}" srcOrd="0" destOrd="0" presId="urn:microsoft.com/office/officeart/2005/8/layout/radial3"/>
    <dgm:cxn modelId="{7E6C3F61-537F-49A3-8F66-B01651F6347D}" type="presOf" srcId="{8F57F0EA-EA36-4489-83BA-6507FF794330}" destId="{5BFD8DD3-3A2A-4CFA-91C6-4C6ECAE43CD8}" srcOrd="0" destOrd="0" presId="urn:microsoft.com/office/officeart/2005/8/layout/radial3"/>
    <dgm:cxn modelId="{831995A4-4C90-4368-A5F5-37C12FD3F960}" type="presOf" srcId="{32491F0B-DD24-4537-8E4F-49DA9FE87B32}" destId="{CD0A533B-5257-42C0-BFF0-39F645AA6B66}" srcOrd="0" destOrd="0" presId="urn:microsoft.com/office/officeart/2005/8/layout/radial3"/>
    <dgm:cxn modelId="{F9F5EBBA-6D62-4D55-B1C4-681D2B7B9A96}" type="presOf" srcId="{7E53BD8B-1ADA-4921-B11E-365D431D69A5}" destId="{0135DFC8-53C4-430B-953B-B8BD888FA3E9}" srcOrd="0" destOrd="0" presId="urn:microsoft.com/office/officeart/2005/8/layout/radial3"/>
    <dgm:cxn modelId="{B5691EC1-EF5E-4305-814C-EAFFFD05DC30}" type="presOf" srcId="{38265B61-2B86-42AC-85C3-71F9503940FC}" destId="{F191708C-B9BF-4C3D-A0AF-B19D1B131548}" srcOrd="0" destOrd="0" presId="urn:microsoft.com/office/officeart/2005/8/layout/radial3"/>
    <dgm:cxn modelId="{6F4CB7D3-3F47-4306-81E1-63E98DAC5EE3}" srcId="{7E53BD8B-1ADA-4921-B11E-365D431D69A5}" destId="{38265B61-2B86-42AC-85C3-71F9503940FC}" srcOrd="1" destOrd="0" parTransId="{E75E63A3-44CD-47E9-A43C-3C8E89F6C1EE}" sibTransId="{6D27ED7D-BFCE-4AA0-BDA3-D8D4C5AF5CCE}"/>
    <dgm:cxn modelId="{770FC5D8-EE68-4F1E-BAE2-394CC06C8B9F}" srcId="{32491F0B-DD24-4537-8E4F-49DA9FE87B32}" destId="{7E53BD8B-1ADA-4921-B11E-365D431D69A5}" srcOrd="0" destOrd="0" parTransId="{FFC27E56-46EB-443F-9FC7-AB2FAB5846AB}" sibTransId="{AA7F537D-E502-46CF-ABEE-3E76EEB63AEC}"/>
    <dgm:cxn modelId="{3EB1C4F6-494C-4BCC-99D2-3C3D1D353943}" srcId="{7E53BD8B-1ADA-4921-B11E-365D431D69A5}" destId="{487D9C90-4C1F-4551-897A-8BB4FB9F53CC}" srcOrd="2" destOrd="0" parTransId="{E10D4500-31D5-4BAA-A304-E558ACF48C58}" sibTransId="{F993513B-30B1-43BC-B843-752A62C69D66}"/>
    <dgm:cxn modelId="{07952CA3-AF5F-4B49-9885-B77B36C08AC1}" type="presParOf" srcId="{CD0A533B-5257-42C0-BFF0-39F645AA6B66}" destId="{F96D6C6D-D84D-4108-8B94-F572687A8D8C}" srcOrd="0" destOrd="0" presId="urn:microsoft.com/office/officeart/2005/8/layout/radial3"/>
    <dgm:cxn modelId="{88434277-B126-4939-8157-FB9A7CB34E85}" type="presParOf" srcId="{F96D6C6D-D84D-4108-8B94-F572687A8D8C}" destId="{0135DFC8-53C4-430B-953B-B8BD888FA3E9}" srcOrd="0" destOrd="0" presId="urn:microsoft.com/office/officeart/2005/8/layout/radial3"/>
    <dgm:cxn modelId="{5D408AA0-079B-4811-8BFB-CE7D075F440B}" type="presParOf" srcId="{F96D6C6D-D84D-4108-8B94-F572687A8D8C}" destId="{5BFD8DD3-3A2A-4CFA-91C6-4C6ECAE43CD8}" srcOrd="1" destOrd="0" presId="urn:microsoft.com/office/officeart/2005/8/layout/radial3"/>
    <dgm:cxn modelId="{9C67830D-27FB-4CA6-82C9-56633C11B423}" type="presParOf" srcId="{F96D6C6D-D84D-4108-8B94-F572687A8D8C}" destId="{F191708C-B9BF-4C3D-A0AF-B19D1B131548}" srcOrd="2" destOrd="0" presId="urn:microsoft.com/office/officeart/2005/8/layout/radial3"/>
    <dgm:cxn modelId="{2CC14429-57F0-44F3-B807-72B7D4DEBBB7}" type="presParOf" srcId="{F96D6C6D-D84D-4108-8B94-F572687A8D8C}" destId="{BA9AC821-2EBE-4428-9560-2F2194550BBD}"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ADBE94-ADD6-4281-8E68-0187CDCBF160}"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fr-FR"/>
        </a:p>
      </dgm:t>
    </dgm:pt>
    <dgm:pt modelId="{AAB6939E-954C-427C-8555-A1E235F0AAC0}">
      <dgm:prSet phldrT="[Texte]" custT="1"/>
      <dgm:spPr>
        <a:solidFill>
          <a:srgbClr val="D4D600"/>
        </a:solidFill>
        <a:ln>
          <a:noFill/>
        </a:ln>
      </dgm:spPr>
      <dgm:t>
        <a:bodyPr/>
        <a:lstStyle/>
        <a:p>
          <a:r>
            <a:rPr lang="fr-FR" sz="1200" b="1" dirty="0"/>
            <a:t>OBJECTIFS </a:t>
          </a:r>
          <a:r>
            <a:rPr lang="fr-FR" sz="1000" dirty="0"/>
            <a:t>Pourquoi agir?</a:t>
          </a:r>
        </a:p>
      </dgm:t>
    </dgm:pt>
    <dgm:pt modelId="{54E8F6B5-3C83-46F5-8C64-42E3DD84E3A3}" type="parTrans" cxnId="{EC517018-EFF0-4F86-A641-1AF60D91D016}">
      <dgm:prSet/>
      <dgm:spPr/>
      <dgm:t>
        <a:bodyPr/>
        <a:lstStyle/>
        <a:p>
          <a:endParaRPr lang="fr-FR"/>
        </a:p>
      </dgm:t>
    </dgm:pt>
    <dgm:pt modelId="{EE33A9C7-20D7-43B8-BA2C-0BF066BE13D8}" type="sibTrans" cxnId="{EC517018-EFF0-4F86-A641-1AF60D91D016}">
      <dgm:prSet/>
      <dgm:spPr/>
      <dgm:t>
        <a:bodyPr/>
        <a:lstStyle/>
        <a:p>
          <a:endParaRPr lang="fr-FR"/>
        </a:p>
      </dgm:t>
    </dgm:pt>
    <dgm:pt modelId="{3CFC2E78-62DB-4E4C-A1A7-7543C0DEC639}">
      <dgm:prSet phldrT="[Texte]" custT="1"/>
      <dgm:spPr>
        <a:solidFill>
          <a:srgbClr val="D4D600"/>
        </a:solidFill>
        <a:ln>
          <a:noFill/>
        </a:ln>
      </dgm:spPr>
      <dgm:t>
        <a:bodyPr/>
        <a:lstStyle/>
        <a:p>
          <a:r>
            <a:rPr lang="fr-FR" sz="1200" b="1" dirty="0"/>
            <a:t>CENTRE DE DECISION     </a:t>
          </a:r>
          <a:r>
            <a:rPr lang="fr-FR" sz="1000" dirty="0"/>
            <a:t>Qui agit?</a:t>
          </a:r>
        </a:p>
      </dgm:t>
    </dgm:pt>
    <dgm:pt modelId="{183A8274-967F-48FC-A081-099913AE84E9}" type="parTrans" cxnId="{05E9ECD5-DF07-421A-B6AF-15A9BF388EF8}">
      <dgm:prSet/>
      <dgm:spPr/>
      <dgm:t>
        <a:bodyPr/>
        <a:lstStyle/>
        <a:p>
          <a:endParaRPr lang="fr-FR"/>
        </a:p>
      </dgm:t>
    </dgm:pt>
    <dgm:pt modelId="{C9A84342-B3D3-4FB6-9026-9EE362D20677}" type="sibTrans" cxnId="{05E9ECD5-DF07-421A-B6AF-15A9BF388EF8}">
      <dgm:prSet/>
      <dgm:spPr/>
      <dgm:t>
        <a:bodyPr/>
        <a:lstStyle/>
        <a:p>
          <a:endParaRPr lang="fr-FR"/>
        </a:p>
      </dgm:t>
    </dgm:pt>
    <dgm:pt modelId="{B13D22F8-2B49-40BC-9669-713DDBCF541F}">
      <dgm:prSet phldrT="[Texte]" custT="1"/>
      <dgm:spPr>
        <a:solidFill>
          <a:srgbClr val="D4D600"/>
        </a:solidFill>
        <a:ln>
          <a:noFill/>
        </a:ln>
      </dgm:spPr>
      <dgm:t>
        <a:bodyPr/>
        <a:lstStyle/>
        <a:p>
          <a:r>
            <a:rPr lang="fr-FR" sz="1200" b="1" dirty="0"/>
            <a:t>MOYENS D’ACTIONS </a:t>
          </a:r>
          <a:r>
            <a:rPr lang="fr-FR" sz="1000" dirty="0"/>
            <a:t>Comment agit-on?</a:t>
          </a:r>
        </a:p>
      </dgm:t>
    </dgm:pt>
    <dgm:pt modelId="{8EB7F2D5-5DD4-4F8C-9F6A-EDEE9D2CA226}" type="parTrans" cxnId="{5D744F48-5628-4CFE-B4E5-13DC75A31145}">
      <dgm:prSet/>
      <dgm:spPr/>
      <dgm:t>
        <a:bodyPr/>
        <a:lstStyle/>
        <a:p>
          <a:endParaRPr lang="fr-FR"/>
        </a:p>
      </dgm:t>
    </dgm:pt>
    <dgm:pt modelId="{7C8C893C-9F06-4B03-AC48-8742170C14BA}" type="sibTrans" cxnId="{5D744F48-5628-4CFE-B4E5-13DC75A31145}">
      <dgm:prSet/>
      <dgm:spPr/>
      <dgm:t>
        <a:bodyPr/>
        <a:lstStyle/>
        <a:p>
          <a:endParaRPr lang="fr-FR"/>
        </a:p>
      </dgm:t>
    </dgm:pt>
    <dgm:pt modelId="{B9EF3119-1E60-45C2-826F-B83136825E9A}">
      <dgm:prSet phldrT="[Texte]" custT="1"/>
      <dgm:spPr>
        <a:solidFill>
          <a:srgbClr val="D4D600"/>
        </a:solidFill>
        <a:ln>
          <a:noFill/>
        </a:ln>
      </dgm:spPr>
      <dgm:t>
        <a:bodyPr/>
        <a:lstStyle/>
        <a:p>
          <a:r>
            <a:rPr lang="fr-FR" sz="1200" b="1" dirty="0"/>
            <a:t>OBJET/MARCHE </a:t>
          </a:r>
          <a:r>
            <a:rPr lang="fr-FR" sz="1000" dirty="0"/>
            <a:t> Sur quel terrain agit-on?</a:t>
          </a:r>
        </a:p>
      </dgm:t>
    </dgm:pt>
    <dgm:pt modelId="{0257168F-B55D-4107-B7FF-BBC802440753}" type="parTrans" cxnId="{525CFF1D-C351-4E4D-ACC2-2D4B62ACE44E}">
      <dgm:prSet/>
      <dgm:spPr/>
      <dgm:t>
        <a:bodyPr/>
        <a:lstStyle/>
        <a:p>
          <a:endParaRPr lang="fr-FR"/>
        </a:p>
      </dgm:t>
    </dgm:pt>
    <dgm:pt modelId="{5D5AA9B0-7AEC-4E5C-BCEA-E0AAF41C175D}" type="sibTrans" cxnId="{525CFF1D-C351-4E4D-ACC2-2D4B62ACE44E}">
      <dgm:prSet/>
      <dgm:spPr/>
      <dgm:t>
        <a:bodyPr/>
        <a:lstStyle/>
        <a:p>
          <a:endParaRPr lang="fr-FR"/>
        </a:p>
      </dgm:t>
    </dgm:pt>
    <dgm:pt modelId="{500702FE-D994-4323-9B76-9FB5267DD54E}">
      <dgm:prSet phldrT="[Texte]" custT="1"/>
      <dgm:spPr>
        <a:solidFill>
          <a:srgbClr val="D4D600"/>
        </a:solidFill>
        <a:ln>
          <a:noFill/>
        </a:ln>
      </dgm:spPr>
      <dgm:t>
        <a:bodyPr/>
        <a:lstStyle/>
        <a:p>
          <a:r>
            <a:rPr lang="fr-FR" sz="1200" b="1" dirty="0"/>
            <a:t>CAPTEUR    </a:t>
          </a:r>
          <a:r>
            <a:rPr lang="fr-FR" sz="1000" dirty="0"/>
            <a:t>      Qui capte les résultats?</a:t>
          </a:r>
        </a:p>
      </dgm:t>
    </dgm:pt>
    <dgm:pt modelId="{0DFC0F23-3CA2-45F2-8846-4F401E8BA2A4}" type="parTrans" cxnId="{2A53DA06-ABE6-4B7E-881E-CDFE0AA0A8FE}">
      <dgm:prSet/>
      <dgm:spPr/>
      <dgm:t>
        <a:bodyPr/>
        <a:lstStyle/>
        <a:p>
          <a:endParaRPr lang="fr-FR"/>
        </a:p>
      </dgm:t>
    </dgm:pt>
    <dgm:pt modelId="{99D6885A-4B3F-4229-98CF-EFB4AF769501}" type="sibTrans" cxnId="{2A53DA06-ABE6-4B7E-881E-CDFE0AA0A8FE}">
      <dgm:prSet/>
      <dgm:spPr/>
      <dgm:t>
        <a:bodyPr/>
        <a:lstStyle/>
        <a:p>
          <a:endParaRPr lang="fr-FR"/>
        </a:p>
      </dgm:t>
    </dgm:pt>
    <dgm:pt modelId="{78FA0107-D069-4EA9-9432-097F33E31A4E}">
      <dgm:prSet phldrT="[Texte]" custT="1"/>
      <dgm:spPr>
        <a:solidFill>
          <a:srgbClr val="D4D600"/>
        </a:solidFill>
        <a:ln>
          <a:noFill/>
        </a:ln>
      </dgm:spPr>
      <dgm:t>
        <a:bodyPr/>
        <a:lstStyle/>
        <a:p>
          <a:r>
            <a:rPr lang="fr-FR" sz="1200" b="1" dirty="0"/>
            <a:t>RESULTATS   </a:t>
          </a:r>
          <a:r>
            <a:rPr lang="fr-FR" sz="1000" dirty="0"/>
            <a:t>Quels sont les effets de l’action?</a:t>
          </a:r>
        </a:p>
      </dgm:t>
    </dgm:pt>
    <dgm:pt modelId="{21618BE1-169E-40F3-A5F7-A2494C11F464}" type="parTrans" cxnId="{C19EC3DA-5EA0-40A9-B324-611EA04501F4}">
      <dgm:prSet/>
      <dgm:spPr/>
      <dgm:t>
        <a:bodyPr/>
        <a:lstStyle/>
        <a:p>
          <a:endParaRPr lang="fr-FR"/>
        </a:p>
      </dgm:t>
    </dgm:pt>
    <dgm:pt modelId="{CE9D52AF-9E18-4053-B8D2-7FC977CC7039}" type="sibTrans" cxnId="{C19EC3DA-5EA0-40A9-B324-611EA04501F4}">
      <dgm:prSet/>
      <dgm:spPr/>
      <dgm:t>
        <a:bodyPr/>
        <a:lstStyle/>
        <a:p>
          <a:endParaRPr lang="fr-FR"/>
        </a:p>
      </dgm:t>
    </dgm:pt>
    <dgm:pt modelId="{AE595685-852A-49E7-996B-04E961BC79A4}" type="pres">
      <dgm:prSet presAssocID="{23ADBE94-ADD6-4281-8E68-0187CDCBF160}" presName="cycle" presStyleCnt="0">
        <dgm:presLayoutVars>
          <dgm:dir/>
          <dgm:resizeHandles val="exact"/>
        </dgm:presLayoutVars>
      </dgm:prSet>
      <dgm:spPr/>
    </dgm:pt>
    <dgm:pt modelId="{2ECD234D-6A72-4AE9-8669-5230C7464468}" type="pres">
      <dgm:prSet presAssocID="{AAB6939E-954C-427C-8555-A1E235F0AAC0}" presName="node" presStyleLbl="node1" presStyleIdx="0" presStyleCnt="6">
        <dgm:presLayoutVars>
          <dgm:bulletEnabled val="1"/>
        </dgm:presLayoutVars>
      </dgm:prSet>
      <dgm:spPr/>
    </dgm:pt>
    <dgm:pt modelId="{9A37A3C1-7C9A-4DF1-AE8E-823A40AECB53}" type="pres">
      <dgm:prSet presAssocID="{AAB6939E-954C-427C-8555-A1E235F0AAC0}" presName="spNode" presStyleCnt="0"/>
      <dgm:spPr/>
    </dgm:pt>
    <dgm:pt modelId="{1D390C4B-B86E-49D6-9824-7649D6740818}" type="pres">
      <dgm:prSet presAssocID="{EE33A9C7-20D7-43B8-BA2C-0BF066BE13D8}" presName="sibTrans" presStyleLbl="sibTrans1D1" presStyleIdx="0" presStyleCnt="6"/>
      <dgm:spPr/>
    </dgm:pt>
    <dgm:pt modelId="{4F0B5F41-4D65-49DD-9B4C-9EA41D4A77D0}" type="pres">
      <dgm:prSet presAssocID="{3CFC2E78-62DB-4E4C-A1A7-7543C0DEC639}" presName="node" presStyleLbl="node1" presStyleIdx="1" presStyleCnt="6">
        <dgm:presLayoutVars>
          <dgm:bulletEnabled val="1"/>
        </dgm:presLayoutVars>
      </dgm:prSet>
      <dgm:spPr/>
    </dgm:pt>
    <dgm:pt modelId="{FD66ED96-0433-4E53-8361-1C92914D77F5}" type="pres">
      <dgm:prSet presAssocID="{3CFC2E78-62DB-4E4C-A1A7-7543C0DEC639}" presName="spNode" presStyleCnt="0"/>
      <dgm:spPr/>
    </dgm:pt>
    <dgm:pt modelId="{F47EBC6F-2DE5-4873-94B3-8EAB13F001ED}" type="pres">
      <dgm:prSet presAssocID="{C9A84342-B3D3-4FB6-9026-9EE362D20677}" presName="sibTrans" presStyleLbl="sibTrans1D1" presStyleIdx="1" presStyleCnt="6"/>
      <dgm:spPr/>
    </dgm:pt>
    <dgm:pt modelId="{3AD9D4A7-E20E-4D77-B1C6-E7F22817D0F8}" type="pres">
      <dgm:prSet presAssocID="{B13D22F8-2B49-40BC-9669-713DDBCF541F}" presName="node" presStyleLbl="node1" presStyleIdx="2" presStyleCnt="6">
        <dgm:presLayoutVars>
          <dgm:bulletEnabled val="1"/>
        </dgm:presLayoutVars>
      </dgm:prSet>
      <dgm:spPr/>
    </dgm:pt>
    <dgm:pt modelId="{8042A232-D7A9-4F2A-8C2C-AA446D667045}" type="pres">
      <dgm:prSet presAssocID="{B13D22F8-2B49-40BC-9669-713DDBCF541F}" presName="spNode" presStyleCnt="0"/>
      <dgm:spPr/>
    </dgm:pt>
    <dgm:pt modelId="{6D540874-3088-4138-9FC0-B88312E9CE44}" type="pres">
      <dgm:prSet presAssocID="{7C8C893C-9F06-4B03-AC48-8742170C14BA}" presName="sibTrans" presStyleLbl="sibTrans1D1" presStyleIdx="2" presStyleCnt="6"/>
      <dgm:spPr/>
    </dgm:pt>
    <dgm:pt modelId="{B3C33DEC-820A-4C15-8769-706B13C8E174}" type="pres">
      <dgm:prSet presAssocID="{B9EF3119-1E60-45C2-826F-B83136825E9A}" presName="node" presStyleLbl="node1" presStyleIdx="3" presStyleCnt="6" custScaleX="117552">
        <dgm:presLayoutVars>
          <dgm:bulletEnabled val="1"/>
        </dgm:presLayoutVars>
      </dgm:prSet>
      <dgm:spPr/>
    </dgm:pt>
    <dgm:pt modelId="{AB53975F-1E0C-4708-8953-5D5310F49235}" type="pres">
      <dgm:prSet presAssocID="{B9EF3119-1E60-45C2-826F-B83136825E9A}" presName="spNode" presStyleCnt="0"/>
      <dgm:spPr/>
    </dgm:pt>
    <dgm:pt modelId="{F05EAA06-4CA9-4692-AFDB-7849271DF38C}" type="pres">
      <dgm:prSet presAssocID="{5D5AA9B0-7AEC-4E5C-BCEA-E0AAF41C175D}" presName="sibTrans" presStyleLbl="sibTrans1D1" presStyleIdx="3" presStyleCnt="6"/>
      <dgm:spPr/>
    </dgm:pt>
    <dgm:pt modelId="{BB41320E-B417-4F74-B0D3-42B278D23382}" type="pres">
      <dgm:prSet presAssocID="{500702FE-D994-4323-9B76-9FB5267DD54E}" presName="node" presStyleLbl="node1" presStyleIdx="4" presStyleCnt="6">
        <dgm:presLayoutVars>
          <dgm:bulletEnabled val="1"/>
        </dgm:presLayoutVars>
      </dgm:prSet>
      <dgm:spPr/>
    </dgm:pt>
    <dgm:pt modelId="{AF5A7BA0-134A-4357-BD83-38FD7D1BDDC2}" type="pres">
      <dgm:prSet presAssocID="{500702FE-D994-4323-9B76-9FB5267DD54E}" presName="spNode" presStyleCnt="0"/>
      <dgm:spPr/>
    </dgm:pt>
    <dgm:pt modelId="{585D38BF-797D-4EDE-90C0-73B974CC6C3C}" type="pres">
      <dgm:prSet presAssocID="{99D6885A-4B3F-4229-98CF-EFB4AF769501}" presName="sibTrans" presStyleLbl="sibTrans1D1" presStyleIdx="4" presStyleCnt="6"/>
      <dgm:spPr/>
    </dgm:pt>
    <dgm:pt modelId="{7A2E9824-46DA-44C0-8A64-5CFB1D8846CC}" type="pres">
      <dgm:prSet presAssocID="{78FA0107-D069-4EA9-9432-097F33E31A4E}" presName="node" presStyleLbl="node1" presStyleIdx="5" presStyleCnt="6">
        <dgm:presLayoutVars>
          <dgm:bulletEnabled val="1"/>
        </dgm:presLayoutVars>
      </dgm:prSet>
      <dgm:spPr/>
    </dgm:pt>
    <dgm:pt modelId="{7CB0EB61-D257-4C4C-AC8E-6307C4009CB5}" type="pres">
      <dgm:prSet presAssocID="{78FA0107-D069-4EA9-9432-097F33E31A4E}" presName="spNode" presStyleCnt="0"/>
      <dgm:spPr/>
    </dgm:pt>
    <dgm:pt modelId="{1A8B4CFC-770D-43EB-9EDA-9DFA36DD37C4}" type="pres">
      <dgm:prSet presAssocID="{CE9D52AF-9E18-4053-B8D2-7FC977CC7039}" presName="sibTrans" presStyleLbl="sibTrans1D1" presStyleIdx="5" presStyleCnt="6"/>
      <dgm:spPr/>
    </dgm:pt>
  </dgm:ptLst>
  <dgm:cxnLst>
    <dgm:cxn modelId="{2A53DA06-ABE6-4B7E-881E-CDFE0AA0A8FE}" srcId="{23ADBE94-ADD6-4281-8E68-0187CDCBF160}" destId="{500702FE-D994-4323-9B76-9FB5267DD54E}" srcOrd="4" destOrd="0" parTransId="{0DFC0F23-3CA2-45F2-8846-4F401E8BA2A4}" sibTransId="{99D6885A-4B3F-4229-98CF-EFB4AF769501}"/>
    <dgm:cxn modelId="{EC517018-EFF0-4F86-A641-1AF60D91D016}" srcId="{23ADBE94-ADD6-4281-8E68-0187CDCBF160}" destId="{AAB6939E-954C-427C-8555-A1E235F0AAC0}" srcOrd="0" destOrd="0" parTransId="{54E8F6B5-3C83-46F5-8C64-42E3DD84E3A3}" sibTransId="{EE33A9C7-20D7-43B8-BA2C-0BF066BE13D8}"/>
    <dgm:cxn modelId="{525CFF1D-C351-4E4D-ACC2-2D4B62ACE44E}" srcId="{23ADBE94-ADD6-4281-8E68-0187CDCBF160}" destId="{B9EF3119-1E60-45C2-826F-B83136825E9A}" srcOrd="3" destOrd="0" parTransId="{0257168F-B55D-4107-B7FF-BBC802440753}" sibTransId="{5D5AA9B0-7AEC-4E5C-BCEA-E0AAF41C175D}"/>
    <dgm:cxn modelId="{2D6A3029-1C13-4B03-BC2E-E5C3099BAD85}" type="presOf" srcId="{7C8C893C-9F06-4B03-AC48-8742170C14BA}" destId="{6D540874-3088-4138-9FC0-B88312E9CE44}" srcOrd="0" destOrd="0" presId="urn:microsoft.com/office/officeart/2005/8/layout/cycle5"/>
    <dgm:cxn modelId="{FCC2EA5F-1136-412D-9383-43AC1B4CD88B}" type="presOf" srcId="{5D5AA9B0-7AEC-4E5C-BCEA-E0AAF41C175D}" destId="{F05EAA06-4CA9-4692-AFDB-7849271DF38C}" srcOrd="0" destOrd="0" presId="urn:microsoft.com/office/officeart/2005/8/layout/cycle5"/>
    <dgm:cxn modelId="{CB6F7141-A371-42E1-82B8-11B287E191AB}" type="presOf" srcId="{EE33A9C7-20D7-43B8-BA2C-0BF066BE13D8}" destId="{1D390C4B-B86E-49D6-9824-7649D6740818}" srcOrd="0" destOrd="0" presId="urn:microsoft.com/office/officeart/2005/8/layout/cycle5"/>
    <dgm:cxn modelId="{EAA94842-61EF-4895-8910-42D1E3769B7B}" type="presOf" srcId="{B9EF3119-1E60-45C2-826F-B83136825E9A}" destId="{B3C33DEC-820A-4C15-8769-706B13C8E174}" srcOrd="0" destOrd="0" presId="urn:microsoft.com/office/officeart/2005/8/layout/cycle5"/>
    <dgm:cxn modelId="{5D744F48-5628-4CFE-B4E5-13DC75A31145}" srcId="{23ADBE94-ADD6-4281-8E68-0187CDCBF160}" destId="{B13D22F8-2B49-40BC-9669-713DDBCF541F}" srcOrd="2" destOrd="0" parTransId="{8EB7F2D5-5DD4-4F8C-9F6A-EDEE9D2CA226}" sibTransId="{7C8C893C-9F06-4B03-AC48-8742170C14BA}"/>
    <dgm:cxn modelId="{FA12CC4F-D887-40CA-92B1-E23373713517}" type="presOf" srcId="{C9A84342-B3D3-4FB6-9026-9EE362D20677}" destId="{F47EBC6F-2DE5-4873-94B3-8EAB13F001ED}" srcOrd="0" destOrd="0" presId="urn:microsoft.com/office/officeart/2005/8/layout/cycle5"/>
    <dgm:cxn modelId="{E0B36059-60C2-4974-B4F2-4F29E488DC75}" type="presOf" srcId="{3CFC2E78-62DB-4E4C-A1A7-7543C0DEC639}" destId="{4F0B5F41-4D65-49DD-9B4C-9EA41D4A77D0}" srcOrd="0" destOrd="0" presId="urn:microsoft.com/office/officeart/2005/8/layout/cycle5"/>
    <dgm:cxn modelId="{7D7DEC82-AC62-4DBC-88B6-93CF6667DAF0}" type="presOf" srcId="{78FA0107-D069-4EA9-9432-097F33E31A4E}" destId="{7A2E9824-46DA-44C0-8A64-5CFB1D8846CC}" srcOrd="0" destOrd="0" presId="urn:microsoft.com/office/officeart/2005/8/layout/cycle5"/>
    <dgm:cxn modelId="{EB28DC8F-C52C-47A1-ADAE-39B00C829CEE}" type="presOf" srcId="{99D6885A-4B3F-4229-98CF-EFB4AF769501}" destId="{585D38BF-797D-4EDE-90C0-73B974CC6C3C}" srcOrd="0" destOrd="0" presId="urn:microsoft.com/office/officeart/2005/8/layout/cycle5"/>
    <dgm:cxn modelId="{1F439092-A5BE-46BE-A825-123CAD12C65D}" type="presOf" srcId="{B13D22F8-2B49-40BC-9669-713DDBCF541F}" destId="{3AD9D4A7-E20E-4D77-B1C6-E7F22817D0F8}" srcOrd="0" destOrd="0" presId="urn:microsoft.com/office/officeart/2005/8/layout/cycle5"/>
    <dgm:cxn modelId="{7392DA93-0042-4DA9-8381-2F7984B91D49}" type="presOf" srcId="{CE9D52AF-9E18-4053-B8D2-7FC977CC7039}" destId="{1A8B4CFC-770D-43EB-9EDA-9DFA36DD37C4}" srcOrd="0" destOrd="0" presId="urn:microsoft.com/office/officeart/2005/8/layout/cycle5"/>
    <dgm:cxn modelId="{D07FD8C4-D086-49CD-8A16-09490A584955}" type="presOf" srcId="{AAB6939E-954C-427C-8555-A1E235F0AAC0}" destId="{2ECD234D-6A72-4AE9-8669-5230C7464468}" srcOrd="0" destOrd="0" presId="urn:microsoft.com/office/officeart/2005/8/layout/cycle5"/>
    <dgm:cxn modelId="{EE08ADCC-6254-4F95-934A-032DED46269B}" type="presOf" srcId="{500702FE-D994-4323-9B76-9FB5267DD54E}" destId="{BB41320E-B417-4F74-B0D3-42B278D23382}" srcOrd="0" destOrd="0" presId="urn:microsoft.com/office/officeart/2005/8/layout/cycle5"/>
    <dgm:cxn modelId="{05E9ECD5-DF07-421A-B6AF-15A9BF388EF8}" srcId="{23ADBE94-ADD6-4281-8E68-0187CDCBF160}" destId="{3CFC2E78-62DB-4E4C-A1A7-7543C0DEC639}" srcOrd="1" destOrd="0" parTransId="{183A8274-967F-48FC-A081-099913AE84E9}" sibTransId="{C9A84342-B3D3-4FB6-9026-9EE362D20677}"/>
    <dgm:cxn modelId="{C19EC3DA-5EA0-40A9-B324-611EA04501F4}" srcId="{23ADBE94-ADD6-4281-8E68-0187CDCBF160}" destId="{78FA0107-D069-4EA9-9432-097F33E31A4E}" srcOrd="5" destOrd="0" parTransId="{21618BE1-169E-40F3-A5F7-A2494C11F464}" sibTransId="{CE9D52AF-9E18-4053-B8D2-7FC977CC7039}"/>
    <dgm:cxn modelId="{94F8B8F8-DF8A-4664-B734-F6D9054271C9}" type="presOf" srcId="{23ADBE94-ADD6-4281-8E68-0187CDCBF160}" destId="{AE595685-852A-49E7-996B-04E961BC79A4}" srcOrd="0" destOrd="0" presId="urn:microsoft.com/office/officeart/2005/8/layout/cycle5"/>
    <dgm:cxn modelId="{E2742F9A-E0BD-4757-8551-836DC2BA72AA}" type="presParOf" srcId="{AE595685-852A-49E7-996B-04E961BC79A4}" destId="{2ECD234D-6A72-4AE9-8669-5230C7464468}" srcOrd="0" destOrd="0" presId="urn:microsoft.com/office/officeart/2005/8/layout/cycle5"/>
    <dgm:cxn modelId="{BF090B86-026B-4AE7-9288-E47DC563BF09}" type="presParOf" srcId="{AE595685-852A-49E7-996B-04E961BC79A4}" destId="{9A37A3C1-7C9A-4DF1-AE8E-823A40AECB53}" srcOrd="1" destOrd="0" presId="urn:microsoft.com/office/officeart/2005/8/layout/cycle5"/>
    <dgm:cxn modelId="{2C35DC83-FC90-4DF7-A681-839BFBF9B212}" type="presParOf" srcId="{AE595685-852A-49E7-996B-04E961BC79A4}" destId="{1D390C4B-B86E-49D6-9824-7649D6740818}" srcOrd="2" destOrd="0" presId="urn:microsoft.com/office/officeart/2005/8/layout/cycle5"/>
    <dgm:cxn modelId="{C7BF9320-0450-42E0-820C-D3F3B6EADA79}" type="presParOf" srcId="{AE595685-852A-49E7-996B-04E961BC79A4}" destId="{4F0B5F41-4D65-49DD-9B4C-9EA41D4A77D0}" srcOrd="3" destOrd="0" presId="urn:microsoft.com/office/officeart/2005/8/layout/cycle5"/>
    <dgm:cxn modelId="{6A4CDA3A-DBB7-4A70-88D5-D6771BAAB35F}" type="presParOf" srcId="{AE595685-852A-49E7-996B-04E961BC79A4}" destId="{FD66ED96-0433-4E53-8361-1C92914D77F5}" srcOrd="4" destOrd="0" presId="urn:microsoft.com/office/officeart/2005/8/layout/cycle5"/>
    <dgm:cxn modelId="{C6400ADE-2D0A-4D86-A741-5521C809BEB0}" type="presParOf" srcId="{AE595685-852A-49E7-996B-04E961BC79A4}" destId="{F47EBC6F-2DE5-4873-94B3-8EAB13F001ED}" srcOrd="5" destOrd="0" presId="urn:microsoft.com/office/officeart/2005/8/layout/cycle5"/>
    <dgm:cxn modelId="{AD967E2D-4E04-4220-839F-4A252BF0FEE7}" type="presParOf" srcId="{AE595685-852A-49E7-996B-04E961BC79A4}" destId="{3AD9D4A7-E20E-4D77-B1C6-E7F22817D0F8}" srcOrd="6" destOrd="0" presId="urn:microsoft.com/office/officeart/2005/8/layout/cycle5"/>
    <dgm:cxn modelId="{B4E6FE6A-34EC-4E70-AEF4-0C935571555B}" type="presParOf" srcId="{AE595685-852A-49E7-996B-04E961BC79A4}" destId="{8042A232-D7A9-4F2A-8C2C-AA446D667045}" srcOrd="7" destOrd="0" presId="urn:microsoft.com/office/officeart/2005/8/layout/cycle5"/>
    <dgm:cxn modelId="{DD817E27-A3B4-450A-B6AE-4DEABF0E3C07}" type="presParOf" srcId="{AE595685-852A-49E7-996B-04E961BC79A4}" destId="{6D540874-3088-4138-9FC0-B88312E9CE44}" srcOrd="8" destOrd="0" presId="urn:microsoft.com/office/officeart/2005/8/layout/cycle5"/>
    <dgm:cxn modelId="{68A8E256-0403-445C-B353-150A29533EE3}" type="presParOf" srcId="{AE595685-852A-49E7-996B-04E961BC79A4}" destId="{B3C33DEC-820A-4C15-8769-706B13C8E174}" srcOrd="9" destOrd="0" presId="urn:microsoft.com/office/officeart/2005/8/layout/cycle5"/>
    <dgm:cxn modelId="{CB01ED24-F945-4680-822A-074EA5E3627A}" type="presParOf" srcId="{AE595685-852A-49E7-996B-04E961BC79A4}" destId="{AB53975F-1E0C-4708-8953-5D5310F49235}" srcOrd="10" destOrd="0" presId="urn:microsoft.com/office/officeart/2005/8/layout/cycle5"/>
    <dgm:cxn modelId="{6E440CAF-008B-4E38-B87A-2C3E30F703B9}" type="presParOf" srcId="{AE595685-852A-49E7-996B-04E961BC79A4}" destId="{F05EAA06-4CA9-4692-AFDB-7849271DF38C}" srcOrd="11" destOrd="0" presId="urn:microsoft.com/office/officeart/2005/8/layout/cycle5"/>
    <dgm:cxn modelId="{525C6316-A041-4EF5-A9FB-AA70EE0190B0}" type="presParOf" srcId="{AE595685-852A-49E7-996B-04E961BC79A4}" destId="{BB41320E-B417-4F74-B0D3-42B278D23382}" srcOrd="12" destOrd="0" presId="urn:microsoft.com/office/officeart/2005/8/layout/cycle5"/>
    <dgm:cxn modelId="{BA29DC95-ED2A-4A74-AB46-647C10DC894D}" type="presParOf" srcId="{AE595685-852A-49E7-996B-04E961BC79A4}" destId="{AF5A7BA0-134A-4357-BD83-38FD7D1BDDC2}" srcOrd="13" destOrd="0" presId="urn:microsoft.com/office/officeart/2005/8/layout/cycle5"/>
    <dgm:cxn modelId="{60CA3453-66DA-4AED-817F-E67BF8AE4289}" type="presParOf" srcId="{AE595685-852A-49E7-996B-04E961BC79A4}" destId="{585D38BF-797D-4EDE-90C0-73B974CC6C3C}" srcOrd="14" destOrd="0" presId="urn:microsoft.com/office/officeart/2005/8/layout/cycle5"/>
    <dgm:cxn modelId="{84A27EDA-E449-4BA2-B213-9023C40AA144}" type="presParOf" srcId="{AE595685-852A-49E7-996B-04E961BC79A4}" destId="{7A2E9824-46DA-44C0-8A64-5CFB1D8846CC}" srcOrd="15" destOrd="0" presId="urn:microsoft.com/office/officeart/2005/8/layout/cycle5"/>
    <dgm:cxn modelId="{F2CF66D6-1241-412E-AD1E-42A349C28A9A}" type="presParOf" srcId="{AE595685-852A-49E7-996B-04E961BC79A4}" destId="{7CB0EB61-D257-4C4C-AC8E-6307C4009CB5}" srcOrd="16" destOrd="0" presId="urn:microsoft.com/office/officeart/2005/8/layout/cycle5"/>
    <dgm:cxn modelId="{D6C8E3E0-98C8-4559-9007-BF311224EA5F}" type="presParOf" srcId="{AE595685-852A-49E7-996B-04E961BC79A4}" destId="{1A8B4CFC-770D-43EB-9EDA-9DFA36DD37C4}" srcOrd="17"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C0F5F65-7083-4272-B402-EB484847FB9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17AA57C5-AB96-428B-96A3-4B018E04F15C}">
      <dgm:prSet phldrT="[Texte]" custT="1"/>
      <dgm:spPr>
        <a:solidFill>
          <a:srgbClr val="D4D600"/>
        </a:solidFill>
        <a:ln>
          <a:noFill/>
        </a:ln>
      </dgm:spPr>
      <dgm:t>
        <a:bodyPr/>
        <a:lstStyle/>
        <a:p>
          <a:r>
            <a:rPr lang="fr-FR" sz="1200" b="1" dirty="0"/>
            <a:t>Disfonctionnement dans l’organisation de son temps</a:t>
          </a:r>
        </a:p>
      </dgm:t>
    </dgm:pt>
    <dgm:pt modelId="{526CE1AB-A6F8-4424-B5E5-E9D308170E5E}" type="parTrans" cxnId="{A000442F-84BC-41DA-A65B-9448CADB4023}">
      <dgm:prSet/>
      <dgm:spPr/>
      <dgm:t>
        <a:bodyPr/>
        <a:lstStyle/>
        <a:p>
          <a:endParaRPr lang="fr-FR"/>
        </a:p>
      </dgm:t>
    </dgm:pt>
    <dgm:pt modelId="{8911535E-D4E7-478D-B706-4BDF6258A17F}" type="sibTrans" cxnId="{A000442F-84BC-41DA-A65B-9448CADB4023}">
      <dgm:prSet/>
      <dgm:spPr/>
      <dgm:t>
        <a:bodyPr/>
        <a:lstStyle/>
        <a:p>
          <a:endParaRPr lang="fr-FR"/>
        </a:p>
      </dgm:t>
    </dgm:pt>
    <dgm:pt modelId="{674EFE67-67E1-4FFB-ACDC-DB6A4769C4E5}">
      <dgm:prSet phldrT="[Texte]"/>
      <dgm:spPr>
        <a:solidFill>
          <a:srgbClr val="E95D0F"/>
        </a:solidFill>
        <a:ln>
          <a:noFill/>
        </a:ln>
      </dgm:spPr>
      <dgm:t>
        <a:bodyPr/>
        <a:lstStyle/>
        <a:p>
          <a:r>
            <a:rPr lang="fr-FR" b="1" dirty="0"/>
            <a:t>Efficacité personnelle du manager</a:t>
          </a:r>
        </a:p>
      </dgm:t>
    </dgm:pt>
    <dgm:pt modelId="{D4793207-3373-4CDC-A660-1770265923CC}" type="parTrans" cxnId="{0AFCA0FA-F123-46C2-B38E-C504FC11686A}">
      <dgm:prSet/>
      <dgm:spPr>
        <a:ln w="31750">
          <a:solidFill>
            <a:srgbClr val="E95D0F"/>
          </a:solidFill>
        </a:ln>
      </dgm:spPr>
      <dgm:t>
        <a:bodyPr/>
        <a:lstStyle/>
        <a:p>
          <a:endParaRPr lang="fr-FR"/>
        </a:p>
      </dgm:t>
    </dgm:pt>
    <dgm:pt modelId="{73218809-D62E-4476-9E09-8675492D0078}" type="sibTrans" cxnId="{0AFCA0FA-F123-46C2-B38E-C504FC11686A}">
      <dgm:prSet/>
      <dgm:spPr/>
      <dgm:t>
        <a:bodyPr/>
        <a:lstStyle/>
        <a:p>
          <a:endParaRPr lang="fr-FR"/>
        </a:p>
      </dgm:t>
    </dgm:pt>
    <dgm:pt modelId="{841E6BDB-6D60-478C-95DA-31FEF63DCAD2}">
      <dgm:prSet phldrT="[Texte]"/>
      <dgm:spPr>
        <a:solidFill>
          <a:srgbClr val="E95D0F"/>
        </a:solidFill>
        <a:ln>
          <a:noFill/>
        </a:ln>
      </dgm:spPr>
      <dgm:t>
        <a:bodyPr/>
        <a:lstStyle/>
        <a:p>
          <a:r>
            <a:rPr lang="fr-FR" b="1" dirty="0"/>
            <a:t>Efficacité des partenaires internes ou externes</a:t>
          </a:r>
        </a:p>
      </dgm:t>
    </dgm:pt>
    <dgm:pt modelId="{07288FEC-A579-4500-B5D1-B6F6FAB055AD}" type="parTrans" cxnId="{76A03037-D895-4608-9B8B-903C9CE81010}">
      <dgm:prSet/>
      <dgm:spPr>
        <a:ln>
          <a:solidFill>
            <a:srgbClr val="E95D0F"/>
          </a:solidFill>
        </a:ln>
      </dgm:spPr>
      <dgm:t>
        <a:bodyPr/>
        <a:lstStyle/>
        <a:p>
          <a:endParaRPr lang="fr-FR"/>
        </a:p>
      </dgm:t>
    </dgm:pt>
    <dgm:pt modelId="{F57B6F96-64DF-4310-802E-4267AE01C2F5}" type="sibTrans" cxnId="{76A03037-D895-4608-9B8B-903C9CE81010}">
      <dgm:prSet/>
      <dgm:spPr/>
      <dgm:t>
        <a:bodyPr/>
        <a:lstStyle/>
        <a:p>
          <a:endParaRPr lang="fr-FR"/>
        </a:p>
      </dgm:t>
    </dgm:pt>
    <dgm:pt modelId="{657C4E6B-8C2C-4246-902D-197FDA867ACB}">
      <dgm:prSet phldrT="[Texte]"/>
      <dgm:spPr>
        <a:solidFill>
          <a:srgbClr val="E95D0F"/>
        </a:solidFill>
        <a:ln>
          <a:noFill/>
        </a:ln>
      </dgm:spPr>
      <dgm:t>
        <a:bodyPr/>
        <a:lstStyle/>
        <a:p>
          <a:r>
            <a:rPr lang="fr-FR" b="1" dirty="0"/>
            <a:t>Moyens techniques</a:t>
          </a:r>
        </a:p>
      </dgm:t>
    </dgm:pt>
    <dgm:pt modelId="{890F0ACC-9C9C-429C-AA49-AF22927BCBF8}" type="parTrans" cxnId="{81BBD695-07DD-4443-BD93-FF678BDA2977}">
      <dgm:prSet/>
      <dgm:spPr>
        <a:ln>
          <a:solidFill>
            <a:srgbClr val="E95D0F"/>
          </a:solidFill>
        </a:ln>
      </dgm:spPr>
      <dgm:t>
        <a:bodyPr/>
        <a:lstStyle/>
        <a:p>
          <a:endParaRPr lang="fr-FR"/>
        </a:p>
      </dgm:t>
    </dgm:pt>
    <dgm:pt modelId="{2B2995B5-BC68-4D92-BDB1-4AD88A95B97A}" type="sibTrans" cxnId="{81BBD695-07DD-4443-BD93-FF678BDA2977}">
      <dgm:prSet/>
      <dgm:spPr/>
      <dgm:t>
        <a:bodyPr/>
        <a:lstStyle/>
        <a:p>
          <a:endParaRPr lang="fr-FR"/>
        </a:p>
      </dgm:t>
    </dgm:pt>
    <dgm:pt modelId="{3466DCC3-1EEE-4606-87EF-61D0533D5B61}">
      <dgm:prSet/>
      <dgm:spPr>
        <a:solidFill>
          <a:srgbClr val="E95D0F"/>
        </a:solidFill>
        <a:ln>
          <a:noFill/>
        </a:ln>
      </dgm:spPr>
      <dgm:t>
        <a:bodyPr/>
        <a:lstStyle/>
        <a:p>
          <a:r>
            <a:rPr lang="fr-FR" b="1" dirty="0"/>
            <a:t>Système de communication</a:t>
          </a:r>
        </a:p>
      </dgm:t>
    </dgm:pt>
    <dgm:pt modelId="{8DBEF691-1568-4A3C-9FBD-4D98C1C3E2AF}" type="parTrans" cxnId="{A53CCC41-D21F-4989-8D15-0144573C4F9E}">
      <dgm:prSet/>
      <dgm:spPr>
        <a:ln>
          <a:solidFill>
            <a:srgbClr val="E95D0F"/>
          </a:solidFill>
        </a:ln>
      </dgm:spPr>
      <dgm:t>
        <a:bodyPr/>
        <a:lstStyle/>
        <a:p>
          <a:endParaRPr lang="fr-FR"/>
        </a:p>
      </dgm:t>
    </dgm:pt>
    <dgm:pt modelId="{791B4BC5-65DD-4E5D-BBD6-EA101C55BA1A}" type="sibTrans" cxnId="{A53CCC41-D21F-4989-8D15-0144573C4F9E}">
      <dgm:prSet/>
      <dgm:spPr/>
      <dgm:t>
        <a:bodyPr/>
        <a:lstStyle/>
        <a:p>
          <a:endParaRPr lang="fr-FR"/>
        </a:p>
      </dgm:t>
    </dgm:pt>
    <dgm:pt modelId="{983BECDE-DA23-4733-B50C-D16F53319AF3}">
      <dgm:prSet/>
      <dgm:spPr>
        <a:solidFill>
          <a:srgbClr val="E95D0F"/>
        </a:solidFill>
        <a:ln>
          <a:noFill/>
        </a:ln>
      </dgm:spPr>
      <dgm:t>
        <a:bodyPr/>
        <a:lstStyle/>
        <a:p>
          <a:r>
            <a:rPr lang="fr-FR" b="1" dirty="0"/>
            <a:t>Hiérarchie et institution</a:t>
          </a:r>
        </a:p>
      </dgm:t>
    </dgm:pt>
    <dgm:pt modelId="{A4FCE469-1D30-45D4-93BE-E88E655D408F}" type="parTrans" cxnId="{2E845AE9-66F8-424F-8214-3E3BCB9BB118}">
      <dgm:prSet/>
      <dgm:spPr>
        <a:ln>
          <a:solidFill>
            <a:srgbClr val="E95D0F"/>
          </a:solidFill>
        </a:ln>
      </dgm:spPr>
      <dgm:t>
        <a:bodyPr/>
        <a:lstStyle/>
        <a:p>
          <a:endParaRPr lang="fr-FR"/>
        </a:p>
      </dgm:t>
    </dgm:pt>
    <dgm:pt modelId="{581C833C-1FC9-482D-9B3B-C8CE42F96F7F}" type="sibTrans" cxnId="{2E845AE9-66F8-424F-8214-3E3BCB9BB118}">
      <dgm:prSet/>
      <dgm:spPr/>
      <dgm:t>
        <a:bodyPr/>
        <a:lstStyle/>
        <a:p>
          <a:endParaRPr lang="fr-FR"/>
        </a:p>
      </dgm:t>
    </dgm:pt>
    <dgm:pt modelId="{708C2B95-597E-42D6-B42A-CE7AB40942A5}" type="pres">
      <dgm:prSet presAssocID="{5C0F5F65-7083-4272-B402-EB484847FB98}" presName="hierChild1" presStyleCnt="0">
        <dgm:presLayoutVars>
          <dgm:orgChart val="1"/>
          <dgm:chPref val="1"/>
          <dgm:dir/>
          <dgm:animOne val="branch"/>
          <dgm:animLvl val="lvl"/>
          <dgm:resizeHandles/>
        </dgm:presLayoutVars>
      </dgm:prSet>
      <dgm:spPr/>
    </dgm:pt>
    <dgm:pt modelId="{A53271FD-323A-498F-A25F-388D5B4C523C}" type="pres">
      <dgm:prSet presAssocID="{17AA57C5-AB96-428B-96A3-4B018E04F15C}" presName="hierRoot1" presStyleCnt="0">
        <dgm:presLayoutVars>
          <dgm:hierBranch val="init"/>
        </dgm:presLayoutVars>
      </dgm:prSet>
      <dgm:spPr/>
    </dgm:pt>
    <dgm:pt modelId="{49C4805D-62AE-4CAD-BD23-D46F89977F78}" type="pres">
      <dgm:prSet presAssocID="{17AA57C5-AB96-428B-96A3-4B018E04F15C}" presName="rootComposite1" presStyleCnt="0"/>
      <dgm:spPr/>
    </dgm:pt>
    <dgm:pt modelId="{9283D555-4B9F-4A17-A1C0-CBA22842BFE2}" type="pres">
      <dgm:prSet presAssocID="{17AA57C5-AB96-428B-96A3-4B018E04F15C}" presName="rootText1" presStyleLbl="node0" presStyleIdx="0" presStyleCnt="1" custScaleX="369628" custLinFactNeighborX="1924" custLinFactNeighborY="350">
        <dgm:presLayoutVars>
          <dgm:chPref val="3"/>
        </dgm:presLayoutVars>
      </dgm:prSet>
      <dgm:spPr/>
    </dgm:pt>
    <dgm:pt modelId="{5243F321-0A4D-444F-97C7-EE8144752F4F}" type="pres">
      <dgm:prSet presAssocID="{17AA57C5-AB96-428B-96A3-4B018E04F15C}" presName="rootConnector1" presStyleLbl="node1" presStyleIdx="0" presStyleCnt="0"/>
      <dgm:spPr/>
    </dgm:pt>
    <dgm:pt modelId="{3A5656B5-6DA7-4725-802D-DF55A60E524A}" type="pres">
      <dgm:prSet presAssocID="{17AA57C5-AB96-428B-96A3-4B018E04F15C}" presName="hierChild2" presStyleCnt="0"/>
      <dgm:spPr/>
    </dgm:pt>
    <dgm:pt modelId="{20D9506B-D64D-45CD-8811-C29578855A48}" type="pres">
      <dgm:prSet presAssocID="{D4793207-3373-4CDC-A660-1770265923CC}" presName="Name37" presStyleLbl="parChTrans1D2" presStyleIdx="0" presStyleCnt="5"/>
      <dgm:spPr/>
    </dgm:pt>
    <dgm:pt modelId="{5D3B4F68-2687-4C25-A9D1-4F12FE8C4EB2}" type="pres">
      <dgm:prSet presAssocID="{674EFE67-67E1-4FFB-ACDC-DB6A4769C4E5}" presName="hierRoot2" presStyleCnt="0">
        <dgm:presLayoutVars>
          <dgm:hierBranch val="init"/>
        </dgm:presLayoutVars>
      </dgm:prSet>
      <dgm:spPr/>
    </dgm:pt>
    <dgm:pt modelId="{C6ED44BF-6F85-463F-9A4B-B5A4BDFB0E26}" type="pres">
      <dgm:prSet presAssocID="{674EFE67-67E1-4FFB-ACDC-DB6A4769C4E5}" presName="rootComposite" presStyleCnt="0"/>
      <dgm:spPr/>
    </dgm:pt>
    <dgm:pt modelId="{F40D4585-24E7-4204-9DD2-D69C176362DB}" type="pres">
      <dgm:prSet presAssocID="{674EFE67-67E1-4FFB-ACDC-DB6A4769C4E5}" presName="rootText" presStyleLbl="node2" presStyleIdx="0" presStyleCnt="5" custLinFactNeighborY="7013">
        <dgm:presLayoutVars>
          <dgm:chPref val="3"/>
        </dgm:presLayoutVars>
      </dgm:prSet>
      <dgm:spPr/>
    </dgm:pt>
    <dgm:pt modelId="{9076501C-294F-4188-8141-F4BEDB8379D2}" type="pres">
      <dgm:prSet presAssocID="{674EFE67-67E1-4FFB-ACDC-DB6A4769C4E5}" presName="rootConnector" presStyleLbl="node2" presStyleIdx="0" presStyleCnt="5"/>
      <dgm:spPr/>
    </dgm:pt>
    <dgm:pt modelId="{A1B0120C-C747-4A9A-85D0-9969FCAF8AE7}" type="pres">
      <dgm:prSet presAssocID="{674EFE67-67E1-4FFB-ACDC-DB6A4769C4E5}" presName="hierChild4" presStyleCnt="0"/>
      <dgm:spPr/>
    </dgm:pt>
    <dgm:pt modelId="{A8BB234A-9CFF-4335-9D2F-54BAEADC9BA4}" type="pres">
      <dgm:prSet presAssocID="{674EFE67-67E1-4FFB-ACDC-DB6A4769C4E5}" presName="hierChild5" presStyleCnt="0"/>
      <dgm:spPr/>
    </dgm:pt>
    <dgm:pt modelId="{6636C2BE-B8AB-48FD-82EE-C123F2161DF8}" type="pres">
      <dgm:prSet presAssocID="{07288FEC-A579-4500-B5D1-B6F6FAB055AD}" presName="Name37" presStyleLbl="parChTrans1D2" presStyleIdx="1" presStyleCnt="5"/>
      <dgm:spPr/>
    </dgm:pt>
    <dgm:pt modelId="{3DB61198-F33A-481C-B668-932DEC28BAA5}" type="pres">
      <dgm:prSet presAssocID="{841E6BDB-6D60-478C-95DA-31FEF63DCAD2}" presName="hierRoot2" presStyleCnt="0">
        <dgm:presLayoutVars>
          <dgm:hierBranch val="init"/>
        </dgm:presLayoutVars>
      </dgm:prSet>
      <dgm:spPr/>
    </dgm:pt>
    <dgm:pt modelId="{2D1ACC7A-F7AE-4FCE-90F2-CEC02F3B243D}" type="pres">
      <dgm:prSet presAssocID="{841E6BDB-6D60-478C-95DA-31FEF63DCAD2}" presName="rootComposite" presStyleCnt="0"/>
      <dgm:spPr/>
    </dgm:pt>
    <dgm:pt modelId="{9B31D0EC-4ACB-4EED-90C3-A8975B1D63B3}" type="pres">
      <dgm:prSet presAssocID="{841E6BDB-6D60-478C-95DA-31FEF63DCAD2}" presName="rootText" presStyleLbl="node2" presStyleIdx="1" presStyleCnt="5" custLinFactNeighborY="7013">
        <dgm:presLayoutVars>
          <dgm:chPref val="3"/>
        </dgm:presLayoutVars>
      </dgm:prSet>
      <dgm:spPr/>
    </dgm:pt>
    <dgm:pt modelId="{108056EC-E7EE-4A53-B9AB-755BA39AA6D1}" type="pres">
      <dgm:prSet presAssocID="{841E6BDB-6D60-478C-95DA-31FEF63DCAD2}" presName="rootConnector" presStyleLbl="node2" presStyleIdx="1" presStyleCnt="5"/>
      <dgm:spPr/>
    </dgm:pt>
    <dgm:pt modelId="{AAB70A9E-4F9E-442B-8743-4D44DCFD96D8}" type="pres">
      <dgm:prSet presAssocID="{841E6BDB-6D60-478C-95DA-31FEF63DCAD2}" presName="hierChild4" presStyleCnt="0"/>
      <dgm:spPr/>
    </dgm:pt>
    <dgm:pt modelId="{3894F194-42AD-4A84-A203-8CD626E6D6F6}" type="pres">
      <dgm:prSet presAssocID="{841E6BDB-6D60-478C-95DA-31FEF63DCAD2}" presName="hierChild5" presStyleCnt="0"/>
      <dgm:spPr/>
    </dgm:pt>
    <dgm:pt modelId="{AB7544F0-3EFA-4733-9166-ABBE77179294}" type="pres">
      <dgm:prSet presAssocID="{8DBEF691-1568-4A3C-9FBD-4D98C1C3E2AF}" presName="Name37" presStyleLbl="parChTrans1D2" presStyleIdx="2" presStyleCnt="5"/>
      <dgm:spPr/>
    </dgm:pt>
    <dgm:pt modelId="{E89E3DD1-908D-44FE-9525-334BB6F21939}" type="pres">
      <dgm:prSet presAssocID="{3466DCC3-1EEE-4606-87EF-61D0533D5B61}" presName="hierRoot2" presStyleCnt="0">
        <dgm:presLayoutVars>
          <dgm:hierBranch val="init"/>
        </dgm:presLayoutVars>
      </dgm:prSet>
      <dgm:spPr/>
    </dgm:pt>
    <dgm:pt modelId="{6104BF32-D2C8-45B0-89B0-8C3B16A50D55}" type="pres">
      <dgm:prSet presAssocID="{3466DCC3-1EEE-4606-87EF-61D0533D5B61}" presName="rootComposite" presStyleCnt="0"/>
      <dgm:spPr/>
    </dgm:pt>
    <dgm:pt modelId="{3B0E9CC0-62B2-48BB-91E7-5700FD9B338E}" type="pres">
      <dgm:prSet presAssocID="{3466DCC3-1EEE-4606-87EF-61D0533D5B61}" presName="rootText" presStyleLbl="node2" presStyleIdx="2" presStyleCnt="5" custLinFactNeighborY="7013">
        <dgm:presLayoutVars>
          <dgm:chPref val="3"/>
        </dgm:presLayoutVars>
      </dgm:prSet>
      <dgm:spPr/>
    </dgm:pt>
    <dgm:pt modelId="{60C7E697-4679-4208-9344-9AE9212FB9D1}" type="pres">
      <dgm:prSet presAssocID="{3466DCC3-1EEE-4606-87EF-61D0533D5B61}" presName="rootConnector" presStyleLbl="node2" presStyleIdx="2" presStyleCnt="5"/>
      <dgm:spPr/>
    </dgm:pt>
    <dgm:pt modelId="{9F59819E-749E-4558-ABD5-0E9364209F7C}" type="pres">
      <dgm:prSet presAssocID="{3466DCC3-1EEE-4606-87EF-61D0533D5B61}" presName="hierChild4" presStyleCnt="0"/>
      <dgm:spPr/>
    </dgm:pt>
    <dgm:pt modelId="{8FFFFAC4-ADF8-4BDF-A16E-E02D3868BF62}" type="pres">
      <dgm:prSet presAssocID="{3466DCC3-1EEE-4606-87EF-61D0533D5B61}" presName="hierChild5" presStyleCnt="0"/>
      <dgm:spPr/>
    </dgm:pt>
    <dgm:pt modelId="{C26BDCB5-C38A-48FA-89A6-B5357C4A1C9C}" type="pres">
      <dgm:prSet presAssocID="{A4FCE469-1D30-45D4-93BE-E88E655D408F}" presName="Name37" presStyleLbl="parChTrans1D2" presStyleIdx="3" presStyleCnt="5"/>
      <dgm:spPr/>
    </dgm:pt>
    <dgm:pt modelId="{8A61C567-86E8-4497-AEAA-EDA6CBA100A4}" type="pres">
      <dgm:prSet presAssocID="{983BECDE-DA23-4733-B50C-D16F53319AF3}" presName="hierRoot2" presStyleCnt="0">
        <dgm:presLayoutVars>
          <dgm:hierBranch val="init"/>
        </dgm:presLayoutVars>
      </dgm:prSet>
      <dgm:spPr/>
    </dgm:pt>
    <dgm:pt modelId="{9CEDE696-8F44-4D0A-827A-F1C23505E228}" type="pres">
      <dgm:prSet presAssocID="{983BECDE-DA23-4733-B50C-D16F53319AF3}" presName="rootComposite" presStyleCnt="0"/>
      <dgm:spPr/>
    </dgm:pt>
    <dgm:pt modelId="{7AA7732E-E632-4FBA-AE94-2C6B80C5DF1D}" type="pres">
      <dgm:prSet presAssocID="{983BECDE-DA23-4733-B50C-D16F53319AF3}" presName="rootText" presStyleLbl="node2" presStyleIdx="3" presStyleCnt="5" custLinFactNeighborY="7013">
        <dgm:presLayoutVars>
          <dgm:chPref val="3"/>
        </dgm:presLayoutVars>
      </dgm:prSet>
      <dgm:spPr/>
    </dgm:pt>
    <dgm:pt modelId="{49674A35-4A3C-4A44-B3D8-8325E3B9320F}" type="pres">
      <dgm:prSet presAssocID="{983BECDE-DA23-4733-B50C-D16F53319AF3}" presName="rootConnector" presStyleLbl="node2" presStyleIdx="3" presStyleCnt="5"/>
      <dgm:spPr/>
    </dgm:pt>
    <dgm:pt modelId="{15CD8BE9-93D7-413A-AC11-FAE3B6252361}" type="pres">
      <dgm:prSet presAssocID="{983BECDE-DA23-4733-B50C-D16F53319AF3}" presName="hierChild4" presStyleCnt="0"/>
      <dgm:spPr/>
    </dgm:pt>
    <dgm:pt modelId="{0702A381-5AAC-4A6A-AD63-67BE70049518}" type="pres">
      <dgm:prSet presAssocID="{983BECDE-DA23-4733-B50C-D16F53319AF3}" presName="hierChild5" presStyleCnt="0"/>
      <dgm:spPr/>
    </dgm:pt>
    <dgm:pt modelId="{0A522CFE-5852-4074-A86D-C9557DBA6BFE}" type="pres">
      <dgm:prSet presAssocID="{890F0ACC-9C9C-429C-AA49-AF22927BCBF8}" presName="Name37" presStyleLbl="parChTrans1D2" presStyleIdx="4" presStyleCnt="5"/>
      <dgm:spPr/>
    </dgm:pt>
    <dgm:pt modelId="{60CB4194-D1FE-45C8-B9DC-46FBF6D12D55}" type="pres">
      <dgm:prSet presAssocID="{657C4E6B-8C2C-4246-902D-197FDA867ACB}" presName="hierRoot2" presStyleCnt="0">
        <dgm:presLayoutVars>
          <dgm:hierBranch val="init"/>
        </dgm:presLayoutVars>
      </dgm:prSet>
      <dgm:spPr/>
    </dgm:pt>
    <dgm:pt modelId="{EE5D850C-B421-4886-8D52-ED94F0202F46}" type="pres">
      <dgm:prSet presAssocID="{657C4E6B-8C2C-4246-902D-197FDA867ACB}" presName="rootComposite" presStyleCnt="0"/>
      <dgm:spPr/>
    </dgm:pt>
    <dgm:pt modelId="{0C029A87-1858-4C29-AB4A-197E7CD395E4}" type="pres">
      <dgm:prSet presAssocID="{657C4E6B-8C2C-4246-902D-197FDA867ACB}" presName="rootText" presStyleLbl="node2" presStyleIdx="4" presStyleCnt="5" custLinFactNeighborY="7013">
        <dgm:presLayoutVars>
          <dgm:chPref val="3"/>
        </dgm:presLayoutVars>
      </dgm:prSet>
      <dgm:spPr/>
    </dgm:pt>
    <dgm:pt modelId="{AF032FBB-5538-422C-A93A-9DC70D111F52}" type="pres">
      <dgm:prSet presAssocID="{657C4E6B-8C2C-4246-902D-197FDA867ACB}" presName="rootConnector" presStyleLbl="node2" presStyleIdx="4" presStyleCnt="5"/>
      <dgm:spPr/>
    </dgm:pt>
    <dgm:pt modelId="{18DBB606-0E49-4505-89E5-279466F0FC71}" type="pres">
      <dgm:prSet presAssocID="{657C4E6B-8C2C-4246-902D-197FDA867ACB}" presName="hierChild4" presStyleCnt="0"/>
      <dgm:spPr/>
    </dgm:pt>
    <dgm:pt modelId="{7AF10412-F0AC-44DC-AD8A-E1BF9E6C9ECA}" type="pres">
      <dgm:prSet presAssocID="{657C4E6B-8C2C-4246-902D-197FDA867ACB}" presName="hierChild5" presStyleCnt="0"/>
      <dgm:spPr/>
    </dgm:pt>
    <dgm:pt modelId="{6BDD250C-8358-4D1B-B5D5-B9E180F94990}" type="pres">
      <dgm:prSet presAssocID="{17AA57C5-AB96-428B-96A3-4B018E04F15C}" presName="hierChild3" presStyleCnt="0"/>
      <dgm:spPr/>
    </dgm:pt>
  </dgm:ptLst>
  <dgm:cxnLst>
    <dgm:cxn modelId="{7BFC4B1D-B8AC-443F-B9E8-1A66A0B0D423}" type="presOf" srcId="{17AA57C5-AB96-428B-96A3-4B018E04F15C}" destId="{5243F321-0A4D-444F-97C7-EE8144752F4F}" srcOrd="1" destOrd="0" presId="urn:microsoft.com/office/officeart/2005/8/layout/orgChart1"/>
    <dgm:cxn modelId="{0AE54220-A71F-4E71-9C3B-D6C1C369B6B3}" type="presOf" srcId="{657C4E6B-8C2C-4246-902D-197FDA867ACB}" destId="{0C029A87-1858-4C29-AB4A-197E7CD395E4}" srcOrd="0" destOrd="0" presId="urn:microsoft.com/office/officeart/2005/8/layout/orgChart1"/>
    <dgm:cxn modelId="{D4F44923-6B75-47B4-A0FF-55D66397320E}" type="presOf" srcId="{3466DCC3-1EEE-4606-87EF-61D0533D5B61}" destId="{60C7E697-4679-4208-9344-9AE9212FB9D1}" srcOrd="1" destOrd="0" presId="urn:microsoft.com/office/officeart/2005/8/layout/orgChart1"/>
    <dgm:cxn modelId="{B2A32325-F1CD-4F2E-9F3C-AB6DC8F5297B}" type="presOf" srcId="{3466DCC3-1EEE-4606-87EF-61D0533D5B61}" destId="{3B0E9CC0-62B2-48BB-91E7-5700FD9B338E}" srcOrd="0" destOrd="0" presId="urn:microsoft.com/office/officeart/2005/8/layout/orgChart1"/>
    <dgm:cxn modelId="{A000442F-84BC-41DA-A65B-9448CADB4023}" srcId="{5C0F5F65-7083-4272-B402-EB484847FB98}" destId="{17AA57C5-AB96-428B-96A3-4B018E04F15C}" srcOrd="0" destOrd="0" parTransId="{526CE1AB-A6F8-4424-B5E5-E9D308170E5E}" sibTransId="{8911535E-D4E7-478D-B706-4BDF6258A17F}"/>
    <dgm:cxn modelId="{A904942F-C6B9-4075-BF00-269DB4456F7C}" type="presOf" srcId="{5C0F5F65-7083-4272-B402-EB484847FB98}" destId="{708C2B95-597E-42D6-B42A-CE7AB40942A5}" srcOrd="0" destOrd="0" presId="urn:microsoft.com/office/officeart/2005/8/layout/orgChart1"/>
    <dgm:cxn modelId="{76A03037-D895-4608-9B8B-903C9CE81010}" srcId="{17AA57C5-AB96-428B-96A3-4B018E04F15C}" destId="{841E6BDB-6D60-478C-95DA-31FEF63DCAD2}" srcOrd="1" destOrd="0" parTransId="{07288FEC-A579-4500-B5D1-B6F6FAB055AD}" sibTransId="{F57B6F96-64DF-4310-802E-4267AE01C2F5}"/>
    <dgm:cxn modelId="{8938F140-254A-4F3D-AF88-BD00638BB765}" type="presOf" srcId="{890F0ACC-9C9C-429C-AA49-AF22927BCBF8}" destId="{0A522CFE-5852-4074-A86D-C9557DBA6BFE}" srcOrd="0" destOrd="0" presId="urn:microsoft.com/office/officeart/2005/8/layout/orgChart1"/>
    <dgm:cxn modelId="{A53CCC41-D21F-4989-8D15-0144573C4F9E}" srcId="{17AA57C5-AB96-428B-96A3-4B018E04F15C}" destId="{3466DCC3-1EEE-4606-87EF-61D0533D5B61}" srcOrd="2" destOrd="0" parTransId="{8DBEF691-1568-4A3C-9FBD-4D98C1C3E2AF}" sibTransId="{791B4BC5-65DD-4E5D-BBD6-EA101C55BA1A}"/>
    <dgm:cxn modelId="{535BBF65-3E2A-44D6-B990-CB76A862E7FF}" type="presOf" srcId="{8DBEF691-1568-4A3C-9FBD-4D98C1C3E2AF}" destId="{AB7544F0-3EFA-4733-9166-ABBE77179294}" srcOrd="0" destOrd="0" presId="urn:microsoft.com/office/officeart/2005/8/layout/orgChart1"/>
    <dgm:cxn modelId="{572FE568-A584-41F5-9B97-0F512DCC10A1}" type="presOf" srcId="{841E6BDB-6D60-478C-95DA-31FEF63DCAD2}" destId="{9B31D0EC-4ACB-4EED-90C3-A8975B1D63B3}" srcOrd="0" destOrd="0" presId="urn:microsoft.com/office/officeart/2005/8/layout/orgChart1"/>
    <dgm:cxn modelId="{AAF9686D-2409-4912-B040-5E5D9B490E0C}" type="presOf" srcId="{07288FEC-A579-4500-B5D1-B6F6FAB055AD}" destId="{6636C2BE-B8AB-48FD-82EE-C123F2161DF8}" srcOrd="0" destOrd="0" presId="urn:microsoft.com/office/officeart/2005/8/layout/orgChart1"/>
    <dgm:cxn modelId="{30BEE16D-B0D9-4DA8-8FBB-D75F0976D114}" type="presOf" srcId="{D4793207-3373-4CDC-A660-1770265923CC}" destId="{20D9506B-D64D-45CD-8811-C29578855A48}" srcOrd="0" destOrd="0" presId="urn:microsoft.com/office/officeart/2005/8/layout/orgChart1"/>
    <dgm:cxn modelId="{CE2B064E-3ACD-4FCB-9CB4-BD4C6F097826}" type="presOf" srcId="{983BECDE-DA23-4733-B50C-D16F53319AF3}" destId="{7AA7732E-E632-4FBA-AE94-2C6B80C5DF1D}" srcOrd="0" destOrd="0" presId="urn:microsoft.com/office/officeart/2005/8/layout/orgChart1"/>
    <dgm:cxn modelId="{98DB8B8C-F36B-4589-A961-04D0BEBD2F95}" type="presOf" srcId="{657C4E6B-8C2C-4246-902D-197FDA867ACB}" destId="{AF032FBB-5538-422C-A93A-9DC70D111F52}" srcOrd="1" destOrd="0" presId="urn:microsoft.com/office/officeart/2005/8/layout/orgChart1"/>
    <dgm:cxn modelId="{BBECD68D-3F23-4012-824D-2D69B0CDBFE6}" type="presOf" srcId="{17AA57C5-AB96-428B-96A3-4B018E04F15C}" destId="{9283D555-4B9F-4A17-A1C0-CBA22842BFE2}" srcOrd="0" destOrd="0" presId="urn:microsoft.com/office/officeart/2005/8/layout/orgChart1"/>
    <dgm:cxn modelId="{81BBD695-07DD-4443-BD93-FF678BDA2977}" srcId="{17AA57C5-AB96-428B-96A3-4B018E04F15C}" destId="{657C4E6B-8C2C-4246-902D-197FDA867ACB}" srcOrd="4" destOrd="0" parTransId="{890F0ACC-9C9C-429C-AA49-AF22927BCBF8}" sibTransId="{2B2995B5-BC68-4D92-BDB1-4AD88A95B97A}"/>
    <dgm:cxn modelId="{21F71DB4-392D-4606-BD05-8574AE33B902}" type="presOf" srcId="{983BECDE-DA23-4733-B50C-D16F53319AF3}" destId="{49674A35-4A3C-4A44-B3D8-8325E3B9320F}" srcOrd="1" destOrd="0" presId="urn:microsoft.com/office/officeart/2005/8/layout/orgChart1"/>
    <dgm:cxn modelId="{E4F1B6B5-1692-4D5F-B5E5-0C9A9515AA39}" type="presOf" srcId="{674EFE67-67E1-4FFB-ACDC-DB6A4769C4E5}" destId="{F40D4585-24E7-4204-9DD2-D69C176362DB}" srcOrd="0" destOrd="0" presId="urn:microsoft.com/office/officeart/2005/8/layout/orgChart1"/>
    <dgm:cxn modelId="{C63133B7-91D4-4E7E-82E7-D29ECD1B12C9}" type="presOf" srcId="{841E6BDB-6D60-478C-95DA-31FEF63DCAD2}" destId="{108056EC-E7EE-4A53-B9AB-755BA39AA6D1}" srcOrd="1" destOrd="0" presId="urn:microsoft.com/office/officeart/2005/8/layout/orgChart1"/>
    <dgm:cxn modelId="{98257FC0-D324-4A53-97BB-F2CD2BFC7F66}" type="presOf" srcId="{674EFE67-67E1-4FFB-ACDC-DB6A4769C4E5}" destId="{9076501C-294F-4188-8141-F4BEDB8379D2}" srcOrd="1" destOrd="0" presId="urn:microsoft.com/office/officeart/2005/8/layout/orgChart1"/>
    <dgm:cxn modelId="{17B6A5C9-F724-4F1E-ACC8-FBA0022983FA}" type="presOf" srcId="{A4FCE469-1D30-45D4-93BE-E88E655D408F}" destId="{C26BDCB5-C38A-48FA-89A6-B5357C4A1C9C}" srcOrd="0" destOrd="0" presId="urn:microsoft.com/office/officeart/2005/8/layout/orgChart1"/>
    <dgm:cxn modelId="{2E845AE9-66F8-424F-8214-3E3BCB9BB118}" srcId="{17AA57C5-AB96-428B-96A3-4B018E04F15C}" destId="{983BECDE-DA23-4733-B50C-D16F53319AF3}" srcOrd="3" destOrd="0" parTransId="{A4FCE469-1D30-45D4-93BE-E88E655D408F}" sibTransId="{581C833C-1FC9-482D-9B3B-C8CE42F96F7F}"/>
    <dgm:cxn modelId="{0AFCA0FA-F123-46C2-B38E-C504FC11686A}" srcId="{17AA57C5-AB96-428B-96A3-4B018E04F15C}" destId="{674EFE67-67E1-4FFB-ACDC-DB6A4769C4E5}" srcOrd="0" destOrd="0" parTransId="{D4793207-3373-4CDC-A660-1770265923CC}" sibTransId="{73218809-D62E-4476-9E09-8675492D0078}"/>
    <dgm:cxn modelId="{FFABAF54-BBAF-4D60-B9EA-D1F25E1D99F9}" type="presParOf" srcId="{708C2B95-597E-42D6-B42A-CE7AB40942A5}" destId="{A53271FD-323A-498F-A25F-388D5B4C523C}" srcOrd="0" destOrd="0" presId="urn:microsoft.com/office/officeart/2005/8/layout/orgChart1"/>
    <dgm:cxn modelId="{6C1DC9FC-3BB8-4497-86B4-C91CD7880F52}" type="presParOf" srcId="{A53271FD-323A-498F-A25F-388D5B4C523C}" destId="{49C4805D-62AE-4CAD-BD23-D46F89977F78}" srcOrd="0" destOrd="0" presId="urn:microsoft.com/office/officeart/2005/8/layout/orgChart1"/>
    <dgm:cxn modelId="{B8B8679F-6FA1-4CCD-A621-D3A561D1D6CD}" type="presParOf" srcId="{49C4805D-62AE-4CAD-BD23-D46F89977F78}" destId="{9283D555-4B9F-4A17-A1C0-CBA22842BFE2}" srcOrd="0" destOrd="0" presId="urn:microsoft.com/office/officeart/2005/8/layout/orgChart1"/>
    <dgm:cxn modelId="{6E0FCD8F-1AF2-4785-8F04-5628B66FFFB9}" type="presParOf" srcId="{49C4805D-62AE-4CAD-BD23-D46F89977F78}" destId="{5243F321-0A4D-444F-97C7-EE8144752F4F}" srcOrd="1" destOrd="0" presId="urn:microsoft.com/office/officeart/2005/8/layout/orgChart1"/>
    <dgm:cxn modelId="{9CDD43C3-7D2B-4557-AB97-26E56C3C9794}" type="presParOf" srcId="{A53271FD-323A-498F-A25F-388D5B4C523C}" destId="{3A5656B5-6DA7-4725-802D-DF55A60E524A}" srcOrd="1" destOrd="0" presId="urn:microsoft.com/office/officeart/2005/8/layout/orgChart1"/>
    <dgm:cxn modelId="{8D829B80-D3A6-43D3-A778-E49731DE4DA8}" type="presParOf" srcId="{3A5656B5-6DA7-4725-802D-DF55A60E524A}" destId="{20D9506B-D64D-45CD-8811-C29578855A48}" srcOrd="0" destOrd="0" presId="urn:microsoft.com/office/officeart/2005/8/layout/orgChart1"/>
    <dgm:cxn modelId="{0EF359A9-8035-479B-9450-303B36A6B3C9}" type="presParOf" srcId="{3A5656B5-6DA7-4725-802D-DF55A60E524A}" destId="{5D3B4F68-2687-4C25-A9D1-4F12FE8C4EB2}" srcOrd="1" destOrd="0" presId="urn:microsoft.com/office/officeart/2005/8/layout/orgChart1"/>
    <dgm:cxn modelId="{96446383-FDA5-4BA6-A519-BDFB44909E01}" type="presParOf" srcId="{5D3B4F68-2687-4C25-A9D1-4F12FE8C4EB2}" destId="{C6ED44BF-6F85-463F-9A4B-B5A4BDFB0E26}" srcOrd="0" destOrd="0" presId="urn:microsoft.com/office/officeart/2005/8/layout/orgChart1"/>
    <dgm:cxn modelId="{926683D6-7CF1-4231-8ECE-FF184A7CA12E}" type="presParOf" srcId="{C6ED44BF-6F85-463F-9A4B-B5A4BDFB0E26}" destId="{F40D4585-24E7-4204-9DD2-D69C176362DB}" srcOrd="0" destOrd="0" presId="urn:microsoft.com/office/officeart/2005/8/layout/orgChart1"/>
    <dgm:cxn modelId="{0DB841EC-DB97-46A2-8CDD-FFE05368CADC}" type="presParOf" srcId="{C6ED44BF-6F85-463F-9A4B-B5A4BDFB0E26}" destId="{9076501C-294F-4188-8141-F4BEDB8379D2}" srcOrd="1" destOrd="0" presId="urn:microsoft.com/office/officeart/2005/8/layout/orgChart1"/>
    <dgm:cxn modelId="{9375D0DB-7DC1-4294-BA55-99D549029F0C}" type="presParOf" srcId="{5D3B4F68-2687-4C25-A9D1-4F12FE8C4EB2}" destId="{A1B0120C-C747-4A9A-85D0-9969FCAF8AE7}" srcOrd="1" destOrd="0" presId="urn:microsoft.com/office/officeart/2005/8/layout/orgChart1"/>
    <dgm:cxn modelId="{49A9714A-C83D-4B9A-90B2-D28DEAAFA0F3}" type="presParOf" srcId="{5D3B4F68-2687-4C25-A9D1-4F12FE8C4EB2}" destId="{A8BB234A-9CFF-4335-9D2F-54BAEADC9BA4}" srcOrd="2" destOrd="0" presId="urn:microsoft.com/office/officeart/2005/8/layout/orgChart1"/>
    <dgm:cxn modelId="{619E6C12-E8B5-4323-836E-34CDC8BD88E2}" type="presParOf" srcId="{3A5656B5-6DA7-4725-802D-DF55A60E524A}" destId="{6636C2BE-B8AB-48FD-82EE-C123F2161DF8}" srcOrd="2" destOrd="0" presId="urn:microsoft.com/office/officeart/2005/8/layout/orgChart1"/>
    <dgm:cxn modelId="{F42E15A1-68B2-4AD6-BC9A-3202AFC85E9C}" type="presParOf" srcId="{3A5656B5-6DA7-4725-802D-DF55A60E524A}" destId="{3DB61198-F33A-481C-B668-932DEC28BAA5}" srcOrd="3" destOrd="0" presId="urn:microsoft.com/office/officeart/2005/8/layout/orgChart1"/>
    <dgm:cxn modelId="{400A38FD-E258-453B-9EB4-57E9D2E7E619}" type="presParOf" srcId="{3DB61198-F33A-481C-B668-932DEC28BAA5}" destId="{2D1ACC7A-F7AE-4FCE-90F2-CEC02F3B243D}" srcOrd="0" destOrd="0" presId="urn:microsoft.com/office/officeart/2005/8/layout/orgChart1"/>
    <dgm:cxn modelId="{43BCD1DE-E866-4E3F-BCF9-72CBF32DA1B6}" type="presParOf" srcId="{2D1ACC7A-F7AE-4FCE-90F2-CEC02F3B243D}" destId="{9B31D0EC-4ACB-4EED-90C3-A8975B1D63B3}" srcOrd="0" destOrd="0" presId="urn:microsoft.com/office/officeart/2005/8/layout/orgChart1"/>
    <dgm:cxn modelId="{5ED5666B-F2C0-4652-86B0-614537E6B601}" type="presParOf" srcId="{2D1ACC7A-F7AE-4FCE-90F2-CEC02F3B243D}" destId="{108056EC-E7EE-4A53-B9AB-755BA39AA6D1}" srcOrd="1" destOrd="0" presId="urn:microsoft.com/office/officeart/2005/8/layout/orgChart1"/>
    <dgm:cxn modelId="{7F60E233-E879-4045-83FA-98CAC165C956}" type="presParOf" srcId="{3DB61198-F33A-481C-B668-932DEC28BAA5}" destId="{AAB70A9E-4F9E-442B-8743-4D44DCFD96D8}" srcOrd="1" destOrd="0" presId="urn:microsoft.com/office/officeart/2005/8/layout/orgChart1"/>
    <dgm:cxn modelId="{45B18055-E49E-4451-9100-721153809457}" type="presParOf" srcId="{3DB61198-F33A-481C-B668-932DEC28BAA5}" destId="{3894F194-42AD-4A84-A203-8CD626E6D6F6}" srcOrd="2" destOrd="0" presId="urn:microsoft.com/office/officeart/2005/8/layout/orgChart1"/>
    <dgm:cxn modelId="{5A5CC46D-2261-4C89-A266-A5084D4882E5}" type="presParOf" srcId="{3A5656B5-6DA7-4725-802D-DF55A60E524A}" destId="{AB7544F0-3EFA-4733-9166-ABBE77179294}" srcOrd="4" destOrd="0" presId="urn:microsoft.com/office/officeart/2005/8/layout/orgChart1"/>
    <dgm:cxn modelId="{14852069-806B-4720-836A-C7853AD038A5}" type="presParOf" srcId="{3A5656B5-6DA7-4725-802D-DF55A60E524A}" destId="{E89E3DD1-908D-44FE-9525-334BB6F21939}" srcOrd="5" destOrd="0" presId="urn:microsoft.com/office/officeart/2005/8/layout/orgChart1"/>
    <dgm:cxn modelId="{6BC70929-8EDC-43C3-A1FC-B54C01471D7C}" type="presParOf" srcId="{E89E3DD1-908D-44FE-9525-334BB6F21939}" destId="{6104BF32-D2C8-45B0-89B0-8C3B16A50D55}" srcOrd="0" destOrd="0" presId="urn:microsoft.com/office/officeart/2005/8/layout/orgChart1"/>
    <dgm:cxn modelId="{98146977-C5D9-43C8-8C32-6117AD1B5BF2}" type="presParOf" srcId="{6104BF32-D2C8-45B0-89B0-8C3B16A50D55}" destId="{3B0E9CC0-62B2-48BB-91E7-5700FD9B338E}" srcOrd="0" destOrd="0" presId="urn:microsoft.com/office/officeart/2005/8/layout/orgChart1"/>
    <dgm:cxn modelId="{616AD32E-A023-47A2-9A7B-4775157E3B5E}" type="presParOf" srcId="{6104BF32-D2C8-45B0-89B0-8C3B16A50D55}" destId="{60C7E697-4679-4208-9344-9AE9212FB9D1}" srcOrd="1" destOrd="0" presId="urn:microsoft.com/office/officeart/2005/8/layout/orgChart1"/>
    <dgm:cxn modelId="{37753721-BCA4-453B-A6F0-1403F4606B3A}" type="presParOf" srcId="{E89E3DD1-908D-44FE-9525-334BB6F21939}" destId="{9F59819E-749E-4558-ABD5-0E9364209F7C}" srcOrd="1" destOrd="0" presId="urn:microsoft.com/office/officeart/2005/8/layout/orgChart1"/>
    <dgm:cxn modelId="{B5E4D2CF-8AE6-4E37-A308-00D1D599AAFD}" type="presParOf" srcId="{E89E3DD1-908D-44FE-9525-334BB6F21939}" destId="{8FFFFAC4-ADF8-4BDF-A16E-E02D3868BF62}" srcOrd="2" destOrd="0" presId="urn:microsoft.com/office/officeart/2005/8/layout/orgChart1"/>
    <dgm:cxn modelId="{A275DFC6-D5F3-43A0-ACA6-38C6AF687B32}" type="presParOf" srcId="{3A5656B5-6DA7-4725-802D-DF55A60E524A}" destId="{C26BDCB5-C38A-48FA-89A6-B5357C4A1C9C}" srcOrd="6" destOrd="0" presId="urn:microsoft.com/office/officeart/2005/8/layout/orgChart1"/>
    <dgm:cxn modelId="{71709560-BD40-411A-83AB-BDF1C1EDCA05}" type="presParOf" srcId="{3A5656B5-6DA7-4725-802D-DF55A60E524A}" destId="{8A61C567-86E8-4497-AEAA-EDA6CBA100A4}" srcOrd="7" destOrd="0" presId="urn:microsoft.com/office/officeart/2005/8/layout/orgChart1"/>
    <dgm:cxn modelId="{39AD8CF3-907E-495D-A789-EE11C8704919}" type="presParOf" srcId="{8A61C567-86E8-4497-AEAA-EDA6CBA100A4}" destId="{9CEDE696-8F44-4D0A-827A-F1C23505E228}" srcOrd="0" destOrd="0" presId="urn:microsoft.com/office/officeart/2005/8/layout/orgChart1"/>
    <dgm:cxn modelId="{E3FB1107-49BA-4BB6-9DDD-94B0FF215C16}" type="presParOf" srcId="{9CEDE696-8F44-4D0A-827A-F1C23505E228}" destId="{7AA7732E-E632-4FBA-AE94-2C6B80C5DF1D}" srcOrd="0" destOrd="0" presId="urn:microsoft.com/office/officeart/2005/8/layout/orgChart1"/>
    <dgm:cxn modelId="{D2B7259E-7741-47A2-9226-BC6124D06C30}" type="presParOf" srcId="{9CEDE696-8F44-4D0A-827A-F1C23505E228}" destId="{49674A35-4A3C-4A44-B3D8-8325E3B9320F}" srcOrd="1" destOrd="0" presId="urn:microsoft.com/office/officeart/2005/8/layout/orgChart1"/>
    <dgm:cxn modelId="{8BE2C424-506B-4E3F-828C-CCEC8FAC5033}" type="presParOf" srcId="{8A61C567-86E8-4497-AEAA-EDA6CBA100A4}" destId="{15CD8BE9-93D7-413A-AC11-FAE3B6252361}" srcOrd="1" destOrd="0" presId="urn:microsoft.com/office/officeart/2005/8/layout/orgChart1"/>
    <dgm:cxn modelId="{3A5E8125-243C-4227-881C-AE0094DCB7B6}" type="presParOf" srcId="{8A61C567-86E8-4497-AEAA-EDA6CBA100A4}" destId="{0702A381-5AAC-4A6A-AD63-67BE70049518}" srcOrd="2" destOrd="0" presId="urn:microsoft.com/office/officeart/2005/8/layout/orgChart1"/>
    <dgm:cxn modelId="{030E607C-0F94-4EC1-B206-557FEDDE838F}" type="presParOf" srcId="{3A5656B5-6DA7-4725-802D-DF55A60E524A}" destId="{0A522CFE-5852-4074-A86D-C9557DBA6BFE}" srcOrd="8" destOrd="0" presId="urn:microsoft.com/office/officeart/2005/8/layout/orgChart1"/>
    <dgm:cxn modelId="{B8B96661-0D26-4037-90B7-44233B779D79}" type="presParOf" srcId="{3A5656B5-6DA7-4725-802D-DF55A60E524A}" destId="{60CB4194-D1FE-45C8-B9DC-46FBF6D12D55}" srcOrd="9" destOrd="0" presId="urn:microsoft.com/office/officeart/2005/8/layout/orgChart1"/>
    <dgm:cxn modelId="{37C9E14B-72F1-43C0-8E9A-B62E0939D7E3}" type="presParOf" srcId="{60CB4194-D1FE-45C8-B9DC-46FBF6D12D55}" destId="{EE5D850C-B421-4886-8D52-ED94F0202F46}" srcOrd="0" destOrd="0" presId="urn:microsoft.com/office/officeart/2005/8/layout/orgChart1"/>
    <dgm:cxn modelId="{3BFFACA7-D0CE-49D0-9A7B-FB90C97E96B3}" type="presParOf" srcId="{EE5D850C-B421-4886-8D52-ED94F0202F46}" destId="{0C029A87-1858-4C29-AB4A-197E7CD395E4}" srcOrd="0" destOrd="0" presId="urn:microsoft.com/office/officeart/2005/8/layout/orgChart1"/>
    <dgm:cxn modelId="{EEB48A0C-26DF-40EA-B67C-F62CF908E358}" type="presParOf" srcId="{EE5D850C-B421-4886-8D52-ED94F0202F46}" destId="{AF032FBB-5538-422C-A93A-9DC70D111F52}" srcOrd="1" destOrd="0" presId="urn:microsoft.com/office/officeart/2005/8/layout/orgChart1"/>
    <dgm:cxn modelId="{FDA56E01-7C91-4FCC-A4F5-E9B768DD6263}" type="presParOf" srcId="{60CB4194-D1FE-45C8-B9DC-46FBF6D12D55}" destId="{18DBB606-0E49-4505-89E5-279466F0FC71}" srcOrd="1" destOrd="0" presId="urn:microsoft.com/office/officeart/2005/8/layout/orgChart1"/>
    <dgm:cxn modelId="{FC39EA8F-AE63-4C43-9238-8ADFDB1D31D2}" type="presParOf" srcId="{60CB4194-D1FE-45C8-B9DC-46FBF6D12D55}" destId="{7AF10412-F0AC-44DC-AD8A-E1BF9E6C9ECA}" srcOrd="2" destOrd="0" presId="urn:microsoft.com/office/officeart/2005/8/layout/orgChart1"/>
    <dgm:cxn modelId="{50397DC7-9BE2-4E86-8A31-2118D18098AB}" type="presParOf" srcId="{A53271FD-323A-498F-A25F-388D5B4C523C}" destId="{6BDD250C-8358-4D1B-B5D5-B9E180F9499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CDDE75-F04A-4D9C-A8CA-230D21A44D4C}"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A7DC6534-4458-42BF-B316-6E9FE4C53911}">
      <dgm:prSet phldrT="[Texte]"/>
      <dgm:spPr>
        <a:solidFill>
          <a:srgbClr val="D4D600"/>
        </a:solidFill>
        <a:ln>
          <a:noFill/>
        </a:ln>
      </dgm:spPr>
      <dgm:t>
        <a:bodyPr/>
        <a:lstStyle/>
        <a:p>
          <a:r>
            <a:rPr lang="fr-FR" dirty="0"/>
            <a:t>Délégation</a:t>
          </a:r>
        </a:p>
      </dgm:t>
    </dgm:pt>
    <dgm:pt modelId="{7A7B3EB4-2C6F-407A-84BF-7D89207EE57E}" type="parTrans" cxnId="{0D14B36F-6896-4780-A108-5DCB0B3F1A1E}">
      <dgm:prSet/>
      <dgm:spPr/>
      <dgm:t>
        <a:bodyPr/>
        <a:lstStyle/>
        <a:p>
          <a:endParaRPr lang="fr-FR"/>
        </a:p>
      </dgm:t>
    </dgm:pt>
    <dgm:pt modelId="{C84BF91E-BF89-499E-80EF-DB9B76673930}" type="sibTrans" cxnId="{0D14B36F-6896-4780-A108-5DCB0B3F1A1E}">
      <dgm:prSet/>
      <dgm:spPr/>
      <dgm:t>
        <a:bodyPr/>
        <a:lstStyle/>
        <a:p>
          <a:endParaRPr lang="fr-FR"/>
        </a:p>
      </dgm:t>
    </dgm:pt>
    <dgm:pt modelId="{729AE5AD-37B2-45A2-9531-9E9DF74DD414}">
      <dgm:prSet phldrT="[Texte]"/>
      <dgm:spPr>
        <a:solidFill>
          <a:srgbClr val="D4D600"/>
        </a:solidFill>
        <a:ln>
          <a:noFill/>
        </a:ln>
      </dgm:spPr>
      <dgm:t>
        <a:bodyPr/>
        <a:lstStyle/>
        <a:p>
          <a:r>
            <a:rPr lang="fr-FR" dirty="0"/>
            <a:t>Confiance</a:t>
          </a:r>
        </a:p>
      </dgm:t>
    </dgm:pt>
    <dgm:pt modelId="{1EE3EB3E-417E-41FC-8244-69191AD7F23F}" type="parTrans" cxnId="{C139579C-0B8D-464B-A760-CD3AF34BEF89}">
      <dgm:prSet/>
      <dgm:spPr>
        <a:ln w="31750">
          <a:solidFill>
            <a:srgbClr val="E95D0F"/>
          </a:solidFill>
        </a:ln>
      </dgm:spPr>
      <dgm:t>
        <a:bodyPr/>
        <a:lstStyle/>
        <a:p>
          <a:endParaRPr lang="fr-FR"/>
        </a:p>
      </dgm:t>
    </dgm:pt>
    <dgm:pt modelId="{8EC139D0-7AC5-4CF5-B89C-9D6F74D446DB}" type="sibTrans" cxnId="{C139579C-0B8D-464B-A760-CD3AF34BEF89}">
      <dgm:prSet/>
      <dgm:spPr/>
      <dgm:t>
        <a:bodyPr/>
        <a:lstStyle/>
        <a:p>
          <a:endParaRPr lang="fr-FR"/>
        </a:p>
      </dgm:t>
    </dgm:pt>
    <dgm:pt modelId="{D79B2DE7-922E-4C19-96F1-5A96711F64EB}">
      <dgm:prSet phldrT="[Texte]"/>
      <dgm:spPr>
        <a:solidFill>
          <a:srgbClr val="D4D600"/>
        </a:solidFill>
        <a:ln>
          <a:noFill/>
        </a:ln>
      </dgm:spPr>
      <dgm:t>
        <a:bodyPr/>
        <a:lstStyle/>
        <a:p>
          <a:r>
            <a:rPr lang="fr-FR" dirty="0"/>
            <a:t>Temps</a:t>
          </a:r>
        </a:p>
      </dgm:t>
    </dgm:pt>
    <dgm:pt modelId="{ADC09551-21CA-40DD-90FF-91844BBBC9CE}" type="parTrans" cxnId="{EB59585A-0ED8-42DE-9B4B-28CB8631633B}">
      <dgm:prSet/>
      <dgm:spPr>
        <a:ln w="31750">
          <a:solidFill>
            <a:srgbClr val="E95D0F"/>
          </a:solidFill>
        </a:ln>
      </dgm:spPr>
      <dgm:t>
        <a:bodyPr/>
        <a:lstStyle/>
        <a:p>
          <a:endParaRPr lang="fr-FR"/>
        </a:p>
      </dgm:t>
    </dgm:pt>
    <dgm:pt modelId="{59C5A7D2-D943-487A-8222-CD469E2F6A0C}" type="sibTrans" cxnId="{EB59585A-0ED8-42DE-9B4B-28CB8631633B}">
      <dgm:prSet/>
      <dgm:spPr/>
      <dgm:t>
        <a:bodyPr/>
        <a:lstStyle/>
        <a:p>
          <a:endParaRPr lang="fr-FR"/>
        </a:p>
      </dgm:t>
    </dgm:pt>
    <dgm:pt modelId="{18A859C9-3AB5-4CDC-8122-5B2B40CA3C0E}">
      <dgm:prSet phldrT="[Texte]"/>
      <dgm:spPr>
        <a:solidFill>
          <a:srgbClr val="D4D600"/>
        </a:solidFill>
      </dgm:spPr>
      <dgm:t>
        <a:bodyPr/>
        <a:lstStyle/>
        <a:p>
          <a:r>
            <a:rPr lang="fr-FR" dirty="0"/>
            <a:t>Style de management</a:t>
          </a:r>
        </a:p>
      </dgm:t>
    </dgm:pt>
    <dgm:pt modelId="{47499D8D-E6DE-4DCD-83A5-53FD64D8375C}" type="parTrans" cxnId="{6BA693EB-EECF-4595-A49C-A3091E551215}">
      <dgm:prSet/>
      <dgm:spPr>
        <a:ln w="31750">
          <a:solidFill>
            <a:srgbClr val="E95D0F"/>
          </a:solidFill>
        </a:ln>
      </dgm:spPr>
      <dgm:t>
        <a:bodyPr/>
        <a:lstStyle/>
        <a:p>
          <a:endParaRPr lang="fr-FR"/>
        </a:p>
      </dgm:t>
    </dgm:pt>
    <dgm:pt modelId="{5B8BA516-034C-4281-B395-DA5B39775575}" type="sibTrans" cxnId="{6BA693EB-EECF-4595-A49C-A3091E551215}">
      <dgm:prSet/>
      <dgm:spPr/>
      <dgm:t>
        <a:bodyPr/>
        <a:lstStyle/>
        <a:p>
          <a:endParaRPr lang="fr-FR"/>
        </a:p>
      </dgm:t>
    </dgm:pt>
    <dgm:pt modelId="{3C2F7249-32FF-4A20-BEE5-DE88CC4A76A5}" type="pres">
      <dgm:prSet presAssocID="{78CDDE75-F04A-4D9C-A8CA-230D21A44D4C}" presName="hierChild1" presStyleCnt="0">
        <dgm:presLayoutVars>
          <dgm:orgChart val="1"/>
          <dgm:chPref val="1"/>
          <dgm:dir/>
          <dgm:animOne val="branch"/>
          <dgm:animLvl val="lvl"/>
          <dgm:resizeHandles/>
        </dgm:presLayoutVars>
      </dgm:prSet>
      <dgm:spPr/>
    </dgm:pt>
    <dgm:pt modelId="{317BEC01-4C31-4F30-8B6B-1CD17742355F}" type="pres">
      <dgm:prSet presAssocID="{A7DC6534-4458-42BF-B316-6E9FE4C53911}" presName="hierRoot1" presStyleCnt="0">
        <dgm:presLayoutVars>
          <dgm:hierBranch val="init"/>
        </dgm:presLayoutVars>
      </dgm:prSet>
      <dgm:spPr/>
    </dgm:pt>
    <dgm:pt modelId="{BEC440E6-6EC3-4B13-8DC8-417E225B3283}" type="pres">
      <dgm:prSet presAssocID="{A7DC6534-4458-42BF-B316-6E9FE4C53911}" presName="rootComposite1" presStyleCnt="0"/>
      <dgm:spPr/>
    </dgm:pt>
    <dgm:pt modelId="{CF99109D-B9BC-4CF3-AFE7-6A51565BE231}" type="pres">
      <dgm:prSet presAssocID="{A7DC6534-4458-42BF-B316-6E9FE4C53911}" presName="rootText1" presStyleLbl="node0" presStyleIdx="0" presStyleCnt="1">
        <dgm:presLayoutVars>
          <dgm:chPref val="3"/>
        </dgm:presLayoutVars>
      </dgm:prSet>
      <dgm:spPr/>
    </dgm:pt>
    <dgm:pt modelId="{30E52CA6-FB27-4A73-A71D-969BE2A1A304}" type="pres">
      <dgm:prSet presAssocID="{A7DC6534-4458-42BF-B316-6E9FE4C53911}" presName="rootConnector1" presStyleLbl="node1" presStyleIdx="0" presStyleCnt="0"/>
      <dgm:spPr/>
    </dgm:pt>
    <dgm:pt modelId="{028F6DF9-8A1E-4673-AB33-BF90DD9AD238}" type="pres">
      <dgm:prSet presAssocID="{A7DC6534-4458-42BF-B316-6E9FE4C53911}" presName="hierChild2" presStyleCnt="0"/>
      <dgm:spPr/>
    </dgm:pt>
    <dgm:pt modelId="{00E5D3A9-2675-4B1F-91B4-1651B351755D}" type="pres">
      <dgm:prSet presAssocID="{1EE3EB3E-417E-41FC-8244-69191AD7F23F}" presName="Name37" presStyleLbl="parChTrans1D2" presStyleIdx="0" presStyleCnt="3"/>
      <dgm:spPr/>
    </dgm:pt>
    <dgm:pt modelId="{D6F16228-4866-48BF-8ACE-5549E16D858A}" type="pres">
      <dgm:prSet presAssocID="{729AE5AD-37B2-45A2-9531-9E9DF74DD414}" presName="hierRoot2" presStyleCnt="0">
        <dgm:presLayoutVars>
          <dgm:hierBranch val="init"/>
        </dgm:presLayoutVars>
      </dgm:prSet>
      <dgm:spPr/>
    </dgm:pt>
    <dgm:pt modelId="{76DFC8B3-2581-4283-B4F2-D3F532133123}" type="pres">
      <dgm:prSet presAssocID="{729AE5AD-37B2-45A2-9531-9E9DF74DD414}" presName="rootComposite" presStyleCnt="0"/>
      <dgm:spPr/>
    </dgm:pt>
    <dgm:pt modelId="{AA5C7E9E-22CF-45AD-A330-F93963F39CB7}" type="pres">
      <dgm:prSet presAssocID="{729AE5AD-37B2-45A2-9531-9E9DF74DD414}" presName="rootText" presStyleLbl="node2" presStyleIdx="0" presStyleCnt="3">
        <dgm:presLayoutVars>
          <dgm:chPref val="3"/>
        </dgm:presLayoutVars>
      </dgm:prSet>
      <dgm:spPr/>
    </dgm:pt>
    <dgm:pt modelId="{A533E9E9-93B0-461A-8547-DF80E151CB61}" type="pres">
      <dgm:prSet presAssocID="{729AE5AD-37B2-45A2-9531-9E9DF74DD414}" presName="rootConnector" presStyleLbl="node2" presStyleIdx="0" presStyleCnt="3"/>
      <dgm:spPr/>
    </dgm:pt>
    <dgm:pt modelId="{17325D96-E707-403B-B959-042CD808340F}" type="pres">
      <dgm:prSet presAssocID="{729AE5AD-37B2-45A2-9531-9E9DF74DD414}" presName="hierChild4" presStyleCnt="0"/>
      <dgm:spPr/>
    </dgm:pt>
    <dgm:pt modelId="{F488023C-A045-467E-AB4A-80A2BD8D0780}" type="pres">
      <dgm:prSet presAssocID="{729AE5AD-37B2-45A2-9531-9E9DF74DD414}" presName="hierChild5" presStyleCnt="0"/>
      <dgm:spPr/>
    </dgm:pt>
    <dgm:pt modelId="{B932F037-17AD-4EC7-9CB6-6A222455C116}" type="pres">
      <dgm:prSet presAssocID="{ADC09551-21CA-40DD-90FF-91844BBBC9CE}" presName="Name37" presStyleLbl="parChTrans1D2" presStyleIdx="1" presStyleCnt="3"/>
      <dgm:spPr/>
    </dgm:pt>
    <dgm:pt modelId="{A13F3657-D111-41AF-89A5-04FC1505825E}" type="pres">
      <dgm:prSet presAssocID="{D79B2DE7-922E-4C19-96F1-5A96711F64EB}" presName="hierRoot2" presStyleCnt="0">
        <dgm:presLayoutVars>
          <dgm:hierBranch val="init"/>
        </dgm:presLayoutVars>
      </dgm:prSet>
      <dgm:spPr/>
    </dgm:pt>
    <dgm:pt modelId="{541677ED-73F9-4917-BBE9-AF26B1F608DF}" type="pres">
      <dgm:prSet presAssocID="{D79B2DE7-922E-4C19-96F1-5A96711F64EB}" presName="rootComposite" presStyleCnt="0"/>
      <dgm:spPr/>
    </dgm:pt>
    <dgm:pt modelId="{E0E7ECEE-B1D8-4E1D-856B-FF54D179ACD4}" type="pres">
      <dgm:prSet presAssocID="{D79B2DE7-922E-4C19-96F1-5A96711F64EB}" presName="rootText" presStyleLbl="node2" presStyleIdx="1" presStyleCnt="3">
        <dgm:presLayoutVars>
          <dgm:chPref val="3"/>
        </dgm:presLayoutVars>
      </dgm:prSet>
      <dgm:spPr/>
    </dgm:pt>
    <dgm:pt modelId="{3D296537-1BBE-4DF3-9520-061ED4DED6FB}" type="pres">
      <dgm:prSet presAssocID="{D79B2DE7-922E-4C19-96F1-5A96711F64EB}" presName="rootConnector" presStyleLbl="node2" presStyleIdx="1" presStyleCnt="3"/>
      <dgm:spPr/>
    </dgm:pt>
    <dgm:pt modelId="{6E101E4C-73FE-4079-86E0-9D1730EC621A}" type="pres">
      <dgm:prSet presAssocID="{D79B2DE7-922E-4C19-96F1-5A96711F64EB}" presName="hierChild4" presStyleCnt="0"/>
      <dgm:spPr/>
    </dgm:pt>
    <dgm:pt modelId="{F0EAF176-1CB0-4F01-856F-3405F1D3578D}" type="pres">
      <dgm:prSet presAssocID="{D79B2DE7-922E-4C19-96F1-5A96711F64EB}" presName="hierChild5" presStyleCnt="0"/>
      <dgm:spPr/>
    </dgm:pt>
    <dgm:pt modelId="{F20B62EC-7EC2-43EE-A0A3-C72B3B587502}" type="pres">
      <dgm:prSet presAssocID="{47499D8D-E6DE-4DCD-83A5-53FD64D8375C}" presName="Name37" presStyleLbl="parChTrans1D2" presStyleIdx="2" presStyleCnt="3"/>
      <dgm:spPr/>
    </dgm:pt>
    <dgm:pt modelId="{C9BABF7D-8F7C-4440-87F5-0E59209B57C7}" type="pres">
      <dgm:prSet presAssocID="{18A859C9-3AB5-4CDC-8122-5B2B40CA3C0E}" presName="hierRoot2" presStyleCnt="0">
        <dgm:presLayoutVars>
          <dgm:hierBranch val="init"/>
        </dgm:presLayoutVars>
      </dgm:prSet>
      <dgm:spPr/>
    </dgm:pt>
    <dgm:pt modelId="{92701D4D-F44C-4B29-8A91-4BAAAFCE8033}" type="pres">
      <dgm:prSet presAssocID="{18A859C9-3AB5-4CDC-8122-5B2B40CA3C0E}" presName="rootComposite" presStyleCnt="0"/>
      <dgm:spPr/>
    </dgm:pt>
    <dgm:pt modelId="{B671893F-F183-42C0-9176-E43FB403CCD7}" type="pres">
      <dgm:prSet presAssocID="{18A859C9-3AB5-4CDC-8122-5B2B40CA3C0E}" presName="rootText" presStyleLbl="node2" presStyleIdx="2" presStyleCnt="3">
        <dgm:presLayoutVars>
          <dgm:chPref val="3"/>
        </dgm:presLayoutVars>
      </dgm:prSet>
      <dgm:spPr/>
    </dgm:pt>
    <dgm:pt modelId="{B8F75F23-8121-483B-964B-2A86943E542A}" type="pres">
      <dgm:prSet presAssocID="{18A859C9-3AB5-4CDC-8122-5B2B40CA3C0E}" presName="rootConnector" presStyleLbl="node2" presStyleIdx="2" presStyleCnt="3"/>
      <dgm:spPr/>
    </dgm:pt>
    <dgm:pt modelId="{1E7050A3-9C30-450D-B70F-030621BFD194}" type="pres">
      <dgm:prSet presAssocID="{18A859C9-3AB5-4CDC-8122-5B2B40CA3C0E}" presName="hierChild4" presStyleCnt="0"/>
      <dgm:spPr/>
    </dgm:pt>
    <dgm:pt modelId="{369B524F-8100-42BE-95B3-BDC7752CBC00}" type="pres">
      <dgm:prSet presAssocID="{18A859C9-3AB5-4CDC-8122-5B2B40CA3C0E}" presName="hierChild5" presStyleCnt="0"/>
      <dgm:spPr/>
    </dgm:pt>
    <dgm:pt modelId="{1F8E14A1-0A82-4864-936C-D80B776B309F}" type="pres">
      <dgm:prSet presAssocID="{A7DC6534-4458-42BF-B316-6E9FE4C53911}" presName="hierChild3" presStyleCnt="0"/>
      <dgm:spPr/>
    </dgm:pt>
  </dgm:ptLst>
  <dgm:cxnLst>
    <dgm:cxn modelId="{F3FF4603-CD29-42CD-9EA4-DB7462271A07}" type="presOf" srcId="{18A859C9-3AB5-4CDC-8122-5B2B40CA3C0E}" destId="{B8F75F23-8121-483B-964B-2A86943E542A}" srcOrd="1" destOrd="0" presId="urn:microsoft.com/office/officeart/2005/8/layout/orgChart1"/>
    <dgm:cxn modelId="{E6F5A517-B766-45E6-9DA8-C65B4056CEA6}" type="presOf" srcId="{47499D8D-E6DE-4DCD-83A5-53FD64D8375C}" destId="{F20B62EC-7EC2-43EE-A0A3-C72B3B587502}" srcOrd="0" destOrd="0" presId="urn:microsoft.com/office/officeart/2005/8/layout/orgChart1"/>
    <dgm:cxn modelId="{CADE5038-5C7C-4215-A145-E72B1441FA3D}" type="presOf" srcId="{D79B2DE7-922E-4C19-96F1-5A96711F64EB}" destId="{E0E7ECEE-B1D8-4E1D-856B-FF54D179ACD4}" srcOrd="0" destOrd="0" presId="urn:microsoft.com/office/officeart/2005/8/layout/orgChart1"/>
    <dgm:cxn modelId="{494B8A3E-267B-406C-B6B7-160756379733}" type="presOf" srcId="{ADC09551-21CA-40DD-90FF-91844BBBC9CE}" destId="{B932F037-17AD-4EC7-9CB6-6A222455C116}" srcOrd="0" destOrd="0" presId="urn:microsoft.com/office/officeart/2005/8/layout/orgChart1"/>
    <dgm:cxn modelId="{EFFC5964-9572-44B4-B0A2-3C9FA05B3F07}" type="presOf" srcId="{D79B2DE7-922E-4C19-96F1-5A96711F64EB}" destId="{3D296537-1BBE-4DF3-9520-061ED4DED6FB}" srcOrd="1" destOrd="0" presId="urn:microsoft.com/office/officeart/2005/8/layout/orgChart1"/>
    <dgm:cxn modelId="{C02C4C66-BBB8-4169-8D94-06AD7EA3C675}" type="presOf" srcId="{78CDDE75-F04A-4D9C-A8CA-230D21A44D4C}" destId="{3C2F7249-32FF-4A20-BEE5-DE88CC4A76A5}" srcOrd="0" destOrd="0" presId="urn:microsoft.com/office/officeart/2005/8/layout/orgChart1"/>
    <dgm:cxn modelId="{364C7A46-5306-4D98-A596-4D781716D6B9}" type="presOf" srcId="{1EE3EB3E-417E-41FC-8244-69191AD7F23F}" destId="{00E5D3A9-2675-4B1F-91B4-1651B351755D}" srcOrd="0" destOrd="0" presId="urn:microsoft.com/office/officeart/2005/8/layout/orgChart1"/>
    <dgm:cxn modelId="{0D14B36F-6896-4780-A108-5DCB0B3F1A1E}" srcId="{78CDDE75-F04A-4D9C-A8CA-230D21A44D4C}" destId="{A7DC6534-4458-42BF-B316-6E9FE4C53911}" srcOrd="0" destOrd="0" parTransId="{7A7B3EB4-2C6F-407A-84BF-7D89207EE57E}" sibTransId="{C84BF91E-BF89-499E-80EF-DB9B76673930}"/>
    <dgm:cxn modelId="{E0C0CF70-B81C-487F-A2F4-FA6D53863B40}" type="presOf" srcId="{A7DC6534-4458-42BF-B316-6E9FE4C53911}" destId="{30E52CA6-FB27-4A73-A71D-969BE2A1A304}" srcOrd="1" destOrd="0" presId="urn:microsoft.com/office/officeart/2005/8/layout/orgChart1"/>
    <dgm:cxn modelId="{EB59585A-0ED8-42DE-9B4B-28CB8631633B}" srcId="{A7DC6534-4458-42BF-B316-6E9FE4C53911}" destId="{D79B2DE7-922E-4C19-96F1-5A96711F64EB}" srcOrd="1" destOrd="0" parTransId="{ADC09551-21CA-40DD-90FF-91844BBBC9CE}" sibTransId="{59C5A7D2-D943-487A-8222-CD469E2F6A0C}"/>
    <dgm:cxn modelId="{AA612986-B5DE-4A3C-9565-B0E8A759761E}" type="presOf" srcId="{18A859C9-3AB5-4CDC-8122-5B2B40CA3C0E}" destId="{B671893F-F183-42C0-9176-E43FB403CCD7}" srcOrd="0" destOrd="0" presId="urn:microsoft.com/office/officeart/2005/8/layout/orgChart1"/>
    <dgm:cxn modelId="{013FCE93-03FC-404A-94FB-FEE5614AF6AB}" type="presOf" srcId="{729AE5AD-37B2-45A2-9531-9E9DF74DD414}" destId="{AA5C7E9E-22CF-45AD-A330-F93963F39CB7}" srcOrd="0" destOrd="0" presId="urn:microsoft.com/office/officeart/2005/8/layout/orgChart1"/>
    <dgm:cxn modelId="{C139579C-0B8D-464B-A760-CD3AF34BEF89}" srcId="{A7DC6534-4458-42BF-B316-6E9FE4C53911}" destId="{729AE5AD-37B2-45A2-9531-9E9DF74DD414}" srcOrd="0" destOrd="0" parTransId="{1EE3EB3E-417E-41FC-8244-69191AD7F23F}" sibTransId="{8EC139D0-7AC5-4CF5-B89C-9D6F74D446DB}"/>
    <dgm:cxn modelId="{F109DE9D-AC2F-4481-BE3A-E71D6E984148}" type="presOf" srcId="{729AE5AD-37B2-45A2-9531-9E9DF74DD414}" destId="{A533E9E9-93B0-461A-8547-DF80E151CB61}" srcOrd="1" destOrd="0" presId="urn:microsoft.com/office/officeart/2005/8/layout/orgChart1"/>
    <dgm:cxn modelId="{8646A0D1-877E-4AA8-90D5-0CB34E20CDAB}" type="presOf" srcId="{A7DC6534-4458-42BF-B316-6E9FE4C53911}" destId="{CF99109D-B9BC-4CF3-AFE7-6A51565BE231}" srcOrd="0" destOrd="0" presId="urn:microsoft.com/office/officeart/2005/8/layout/orgChart1"/>
    <dgm:cxn modelId="{6BA693EB-EECF-4595-A49C-A3091E551215}" srcId="{A7DC6534-4458-42BF-B316-6E9FE4C53911}" destId="{18A859C9-3AB5-4CDC-8122-5B2B40CA3C0E}" srcOrd="2" destOrd="0" parTransId="{47499D8D-E6DE-4DCD-83A5-53FD64D8375C}" sibTransId="{5B8BA516-034C-4281-B395-DA5B39775575}"/>
    <dgm:cxn modelId="{8C1C0F22-6699-424B-86AD-EF12027900F0}" type="presParOf" srcId="{3C2F7249-32FF-4A20-BEE5-DE88CC4A76A5}" destId="{317BEC01-4C31-4F30-8B6B-1CD17742355F}" srcOrd="0" destOrd="0" presId="urn:microsoft.com/office/officeart/2005/8/layout/orgChart1"/>
    <dgm:cxn modelId="{B51C9FC9-E7DC-440C-B612-C6010DEC45DD}" type="presParOf" srcId="{317BEC01-4C31-4F30-8B6B-1CD17742355F}" destId="{BEC440E6-6EC3-4B13-8DC8-417E225B3283}" srcOrd="0" destOrd="0" presId="urn:microsoft.com/office/officeart/2005/8/layout/orgChart1"/>
    <dgm:cxn modelId="{DDB11264-9223-4692-B2F8-B078FFF953B3}" type="presParOf" srcId="{BEC440E6-6EC3-4B13-8DC8-417E225B3283}" destId="{CF99109D-B9BC-4CF3-AFE7-6A51565BE231}" srcOrd="0" destOrd="0" presId="urn:microsoft.com/office/officeart/2005/8/layout/orgChart1"/>
    <dgm:cxn modelId="{D2BB3ACB-4CF6-4BA0-912B-6FE9CE34AB31}" type="presParOf" srcId="{BEC440E6-6EC3-4B13-8DC8-417E225B3283}" destId="{30E52CA6-FB27-4A73-A71D-969BE2A1A304}" srcOrd="1" destOrd="0" presId="urn:microsoft.com/office/officeart/2005/8/layout/orgChart1"/>
    <dgm:cxn modelId="{05854B95-0FBD-4D30-800E-21C761C28B1B}" type="presParOf" srcId="{317BEC01-4C31-4F30-8B6B-1CD17742355F}" destId="{028F6DF9-8A1E-4673-AB33-BF90DD9AD238}" srcOrd="1" destOrd="0" presId="urn:microsoft.com/office/officeart/2005/8/layout/orgChart1"/>
    <dgm:cxn modelId="{F1800F03-6DF9-40B2-AE6E-41AA1D9AF01B}" type="presParOf" srcId="{028F6DF9-8A1E-4673-AB33-BF90DD9AD238}" destId="{00E5D3A9-2675-4B1F-91B4-1651B351755D}" srcOrd="0" destOrd="0" presId="urn:microsoft.com/office/officeart/2005/8/layout/orgChart1"/>
    <dgm:cxn modelId="{220A77A0-DC22-4D1A-80BD-1E5921C056EA}" type="presParOf" srcId="{028F6DF9-8A1E-4673-AB33-BF90DD9AD238}" destId="{D6F16228-4866-48BF-8ACE-5549E16D858A}" srcOrd="1" destOrd="0" presId="urn:microsoft.com/office/officeart/2005/8/layout/orgChart1"/>
    <dgm:cxn modelId="{2FD24579-AE15-414C-9F14-73B4E49C4FBA}" type="presParOf" srcId="{D6F16228-4866-48BF-8ACE-5549E16D858A}" destId="{76DFC8B3-2581-4283-B4F2-D3F532133123}" srcOrd="0" destOrd="0" presId="urn:microsoft.com/office/officeart/2005/8/layout/orgChart1"/>
    <dgm:cxn modelId="{3464A996-8C94-4F1B-ACF2-17E0507B6ADB}" type="presParOf" srcId="{76DFC8B3-2581-4283-B4F2-D3F532133123}" destId="{AA5C7E9E-22CF-45AD-A330-F93963F39CB7}" srcOrd="0" destOrd="0" presId="urn:microsoft.com/office/officeart/2005/8/layout/orgChart1"/>
    <dgm:cxn modelId="{E27249ED-13F9-4726-A9DA-2B2C1F8755B1}" type="presParOf" srcId="{76DFC8B3-2581-4283-B4F2-D3F532133123}" destId="{A533E9E9-93B0-461A-8547-DF80E151CB61}" srcOrd="1" destOrd="0" presId="urn:microsoft.com/office/officeart/2005/8/layout/orgChart1"/>
    <dgm:cxn modelId="{C0F3BE70-B37D-471D-81A2-EB80F6BE044B}" type="presParOf" srcId="{D6F16228-4866-48BF-8ACE-5549E16D858A}" destId="{17325D96-E707-403B-B959-042CD808340F}" srcOrd="1" destOrd="0" presId="urn:microsoft.com/office/officeart/2005/8/layout/orgChart1"/>
    <dgm:cxn modelId="{9ABBEB53-8E38-440B-9509-300F71AB2891}" type="presParOf" srcId="{D6F16228-4866-48BF-8ACE-5549E16D858A}" destId="{F488023C-A045-467E-AB4A-80A2BD8D0780}" srcOrd="2" destOrd="0" presId="urn:microsoft.com/office/officeart/2005/8/layout/orgChart1"/>
    <dgm:cxn modelId="{36BF9DFC-A642-4858-B6C9-BF10C1934D80}" type="presParOf" srcId="{028F6DF9-8A1E-4673-AB33-BF90DD9AD238}" destId="{B932F037-17AD-4EC7-9CB6-6A222455C116}" srcOrd="2" destOrd="0" presId="urn:microsoft.com/office/officeart/2005/8/layout/orgChart1"/>
    <dgm:cxn modelId="{EE7BED88-2752-4EDB-BA44-8C01EFA3D0B0}" type="presParOf" srcId="{028F6DF9-8A1E-4673-AB33-BF90DD9AD238}" destId="{A13F3657-D111-41AF-89A5-04FC1505825E}" srcOrd="3" destOrd="0" presId="urn:microsoft.com/office/officeart/2005/8/layout/orgChart1"/>
    <dgm:cxn modelId="{D9299DDD-EDC5-41A6-8627-D5A391FE1B20}" type="presParOf" srcId="{A13F3657-D111-41AF-89A5-04FC1505825E}" destId="{541677ED-73F9-4917-BBE9-AF26B1F608DF}" srcOrd="0" destOrd="0" presId="urn:microsoft.com/office/officeart/2005/8/layout/orgChart1"/>
    <dgm:cxn modelId="{E0F3BACA-C85A-4906-A1EB-45BFE678DBEA}" type="presParOf" srcId="{541677ED-73F9-4917-BBE9-AF26B1F608DF}" destId="{E0E7ECEE-B1D8-4E1D-856B-FF54D179ACD4}" srcOrd="0" destOrd="0" presId="urn:microsoft.com/office/officeart/2005/8/layout/orgChart1"/>
    <dgm:cxn modelId="{F8FC9392-E679-4ADF-93F8-3C406ABFD85B}" type="presParOf" srcId="{541677ED-73F9-4917-BBE9-AF26B1F608DF}" destId="{3D296537-1BBE-4DF3-9520-061ED4DED6FB}" srcOrd="1" destOrd="0" presId="urn:microsoft.com/office/officeart/2005/8/layout/orgChart1"/>
    <dgm:cxn modelId="{ED403086-96BB-46A3-B034-24BF3DEF901B}" type="presParOf" srcId="{A13F3657-D111-41AF-89A5-04FC1505825E}" destId="{6E101E4C-73FE-4079-86E0-9D1730EC621A}" srcOrd="1" destOrd="0" presId="urn:microsoft.com/office/officeart/2005/8/layout/orgChart1"/>
    <dgm:cxn modelId="{5A18BC85-C997-466C-B550-5669902D0546}" type="presParOf" srcId="{A13F3657-D111-41AF-89A5-04FC1505825E}" destId="{F0EAF176-1CB0-4F01-856F-3405F1D3578D}" srcOrd="2" destOrd="0" presId="urn:microsoft.com/office/officeart/2005/8/layout/orgChart1"/>
    <dgm:cxn modelId="{1D86AA80-4AC4-4B03-8087-6D06B71602DC}" type="presParOf" srcId="{028F6DF9-8A1E-4673-AB33-BF90DD9AD238}" destId="{F20B62EC-7EC2-43EE-A0A3-C72B3B587502}" srcOrd="4" destOrd="0" presId="urn:microsoft.com/office/officeart/2005/8/layout/orgChart1"/>
    <dgm:cxn modelId="{73CB8761-5F9F-4CAB-A0EA-62DD5FC081FF}" type="presParOf" srcId="{028F6DF9-8A1E-4673-AB33-BF90DD9AD238}" destId="{C9BABF7D-8F7C-4440-87F5-0E59209B57C7}" srcOrd="5" destOrd="0" presId="urn:microsoft.com/office/officeart/2005/8/layout/orgChart1"/>
    <dgm:cxn modelId="{6F4122A6-BE3D-478A-8EAE-6FC45F04D2D9}" type="presParOf" srcId="{C9BABF7D-8F7C-4440-87F5-0E59209B57C7}" destId="{92701D4D-F44C-4B29-8A91-4BAAAFCE8033}" srcOrd="0" destOrd="0" presId="urn:microsoft.com/office/officeart/2005/8/layout/orgChart1"/>
    <dgm:cxn modelId="{25C60F41-D50D-492C-85DC-24CA817512CD}" type="presParOf" srcId="{92701D4D-F44C-4B29-8A91-4BAAAFCE8033}" destId="{B671893F-F183-42C0-9176-E43FB403CCD7}" srcOrd="0" destOrd="0" presId="urn:microsoft.com/office/officeart/2005/8/layout/orgChart1"/>
    <dgm:cxn modelId="{C4A4D7CC-7E24-4407-9C74-7473A8641906}" type="presParOf" srcId="{92701D4D-F44C-4B29-8A91-4BAAAFCE8033}" destId="{B8F75F23-8121-483B-964B-2A86943E542A}" srcOrd="1" destOrd="0" presId="urn:microsoft.com/office/officeart/2005/8/layout/orgChart1"/>
    <dgm:cxn modelId="{A15D9FA0-F853-4057-B371-8DB1B4CF9F9C}" type="presParOf" srcId="{C9BABF7D-8F7C-4440-87F5-0E59209B57C7}" destId="{1E7050A3-9C30-450D-B70F-030621BFD194}" srcOrd="1" destOrd="0" presId="urn:microsoft.com/office/officeart/2005/8/layout/orgChart1"/>
    <dgm:cxn modelId="{0949FF54-1D78-41A1-9B93-923038BA87DB}" type="presParOf" srcId="{C9BABF7D-8F7C-4440-87F5-0E59209B57C7}" destId="{369B524F-8100-42BE-95B3-BDC7752CBC00}" srcOrd="2" destOrd="0" presId="urn:microsoft.com/office/officeart/2005/8/layout/orgChart1"/>
    <dgm:cxn modelId="{D208C579-C2CE-4F18-AD71-2F39FFD4B5D2}" type="presParOf" srcId="{317BEC01-4C31-4F30-8B6B-1CD17742355F}" destId="{1F8E14A1-0A82-4864-936C-D80B776B309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7DCFACE-B3E8-45DA-85D0-64861BE3D7B1}" type="doc">
      <dgm:prSet loTypeId="urn:microsoft.com/office/officeart/2005/8/layout/chevron1" loCatId="process" qsTypeId="urn:microsoft.com/office/officeart/2005/8/quickstyle/simple1" qsCatId="simple" csTypeId="urn:microsoft.com/office/officeart/2005/8/colors/accent1_2" csCatId="accent1" phldr="1"/>
      <dgm:spPr/>
    </dgm:pt>
    <dgm:pt modelId="{E775D341-5788-423F-9A4D-A9CD85B278BE}">
      <dgm:prSet phldrT="[Texte]"/>
      <dgm:spPr>
        <a:solidFill>
          <a:srgbClr val="E2007A"/>
        </a:solidFill>
      </dgm:spPr>
      <dgm:t>
        <a:bodyPr/>
        <a:lstStyle/>
        <a:p>
          <a:r>
            <a:rPr lang="fr-FR" b="1" dirty="0"/>
            <a:t>Utiliser « je » plutôt que « vous »</a:t>
          </a:r>
        </a:p>
      </dgm:t>
    </dgm:pt>
    <dgm:pt modelId="{B4335C13-FE5D-4989-8D0B-4526313DD5F5}" type="parTrans" cxnId="{CEE36E1A-46F4-4EE4-B7FC-EAA6FD6B42E7}">
      <dgm:prSet/>
      <dgm:spPr/>
      <dgm:t>
        <a:bodyPr/>
        <a:lstStyle/>
        <a:p>
          <a:endParaRPr lang="fr-FR"/>
        </a:p>
      </dgm:t>
    </dgm:pt>
    <dgm:pt modelId="{24ADFBAB-51F2-4B6D-B9DD-A61D72BB20D8}" type="sibTrans" cxnId="{CEE36E1A-46F4-4EE4-B7FC-EAA6FD6B42E7}">
      <dgm:prSet/>
      <dgm:spPr/>
      <dgm:t>
        <a:bodyPr/>
        <a:lstStyle/>
        <a:p>
          <a:endParaRPr lang="fr-FR"/>
        </a:p>
      </dgm:t>
    </dgm:pt>
    <dgm:pt modelId="{073B62A5-6885-484F-AD26-FC7588EB9458}">
      <dgm:prSet phldrT="[Texte]"/>
      <dgm:spPr>
        <a:solidFill>
          <a:srgbClr val="E2007A"/>
        </a:solidFill>
      </dgm:spPr>
      <dgm:t>
        <a:bodyPr/>
        <a:lstStyle/>
        <a:p>
          <a:r>
            <a:rPr lang="fr-FR" b="1" dirty="0"/>
            <a:t>Reformuler « si j’ai bien compris »</a:t>
          </a:r>
        </a:p>
      </dgm:t>
    </dgm:pt>
    <dgm:pt modelId="{4DD57DB5-A070-4E4B-AEAA-5A55A8DFA22A}" type="parTrans" cxnId="{E45C4A4E-7529-4082-B37A-7FA74C81872A}">
      <dgm:prSet/>
      <dgm:spPr/>
      <dgm:t>
        <a:bodyPr/>
        <a:lstStyle/>
        <a:p>
          <a:endParaRPr lang="fr-FR"/>
        </a:p>
      </dgm:t>
    </dgm:pt>
    <dgm:pt modelId="{E9BE0C69-EFEB-4628-BFF6-F1EE2CA9DCF4}" type="sibTrans" cxnId="{E45C4A4E-7529-4082-B37A-7FA74C81872A}">
      <dgm:prSet/>
      <dgm:spPr/>
      <dgm:t>
        <a:bodyPr/>
        <a:lstStyle/>
        <a:p>
          <a:endParaRPr lang="fr-FR"/>
        </a:p>
      </dgm:t>
    </dgm:pt>
    <dgm:pt modelId="{E75A32D9-D100-433B-8AAD-3F00B9A99F26}">
      <dgm:prSet phldrT="[Texte]"/>
      <dgm:spPr>
        <a:solidFill>
          <a:srgbClr val="E2007A"/>
        </a:solidFill>
      </dgm:spPr>
      <dgm:t>
        <a:bodyPr/>
        <a:lstStyle/>
        <a:p>
          <a:r>
            <a:rPr lang="fr-FR" b="1" dirty="0"/>
            <a:t>Décrire la réalité des faits</a:t>
          </a:r>
        </a:p>
      </dgm:t>
    </dgm:pt>
    <dgm:pt modelId="{3ECF1929-1833-4C20-9DC8-584A27B5A0AC}" type="parTrans" cxnId="{19EDF3BD-C705-47E9-87D1-771A53C4A070}">
      <dgm:prSet/>
      <dgm:spPr/>
      <dgm:t>
        <a:bodyPr/>
        <a:lstStyle/>
        <a:p>
          <a:endParaRPr lang="fr-FR"/>
        </a:p>
      </dgm:t>
    </dgm:pt>
    <dgm:pt modelId="{8AC61EDF-43EA-4BA9-A1F5-0E2F451D4CEE}" type="sibTrans" cxnId="{19EDF3BD-C705-47E9-87D1-771A53C4A070}">
      <dgm:prSet/>
      <dgm:spPr/>
      <dgm:t>
        <a:bodyPr/>
        <a:lstStyle/>
        <a:p>
          <a:endParaRPr lang="fr-FR"/>
        </a:p>
      </dgm:t>
    </dgm:pt>
    <dgm:pt modelId="{DB420913-345F-4426-BC57-89BF79BEC66F}">
      <dgm:prSet phldrT="[Texte]"/>
      <dgm:spPr>
        <a:solidFill>
          <a:srgbClr val="E2007A"/>
        </a:solidFill>
      </dgm:spPr>
      <dgm:t>
        <a:bodyPr/>
        <a:lstStyle/>
        <a:p>
          <a:r>
            <a:rPr lang="fr-FR" b="1" dirty="0"/>
            <a:t>L’accord doit être « gagnant-gagnant »</a:t>
          </a:r>
        </a:p>
      </dgm:t>
    </dgm:pt>
    <dgm:pt modelId="{75F5CE05-8D45-4E06-9D8E-5B19BE51F9C7}" type="parTrans" cxnId="{E86C2FE6-D39A-4054-B37E-E7D5E27274D2}">
      <dgm:prSet/>
      <dgm:spPr/>
      <dgm:t>
        <a:bodyPr/>
        <a:lstStyle/>
        <a:p>
          <a:endParaRPr lang="fr-FR"/>
        </a:p>
      </dgm:t>
    </dgm:pt>
    <dgm:pt modelId="{AAF60C43-76F1-4B0E-B374-74735DCB46BA}" type="sibTrans" cxnId="{E86C2FE6-D39A-4054-B37E-E7D5E27274D2}">
      <dgm:prSet/>
      <dgm:spPr/>
      <dgm:t>
        <a:bodyPr/>
        <a:lstStyle/>
        <a:p>
          <a:endParaRPr lang="fr-FR"/>
        </a:p>
      </dgm:t>
    </dgm:pt>
    <dgm:pt modelId="{6D7E016E-034D-4D2C-914F-7939E3EAC931}" type="pres">
      <dgm:prSet presAssocID="{97DCFACE-B3E8-45DA-85D0-64861BE3D7B1}" presName="Name0" presStyleCnt="0">
        <dgm:presLayoutVars>
          <dgm:dir/>
          <dgm:animLvl val="lvl"/>
          <dgm:resizeHandles val="exact"/>
        </dgm:presLayoutVars>
      </dgm:prSet>
      <dgm:spPr/>
    </dgm:pt>
    <dgm:pt modelId="{4D4D0843-F0BD-49C3-BEFC-4D01E15EF335}" type="pres">
      <dgm:prSet presAssocID="{E775D341-5788-423F-9A4D-A9CD85B278BE}" presName="parTxOnly" presStyleLbl="node1" presStyleIdx="0" presStyleCnt="4">
        <dgm:presLayoutVars>
          <dgm:chMax val="0"/>
          <dgm:chPref val="0"/>
          <dgm:bulletEnabled val="1"/>
        </dgm:presLayoutVars>
      </dgm:prSet>
      <dgm:spPr/>
    </dgm:pt>
    <dgm:pt modelId="{26931BC6-F9BA-4695-A0E8-552B4869C130}" type="pres">
      <dgm:prSet presAssocID="{24ADFBAB-51F2-4B6D-B9DD-A61D72BB20D8}" presName="parTxOnlySpace" presStyleCnt="0"/>
      <dgm:spPr/>
    </dgm:pt>
    <dgm:pt modelId="{6E468A6B-8302-43A3-9C8A-D49FA9ADADE2}" type="pres">
      <dgm:prSet presAssocID="{073B62A5-6885-484F-AD26-FC7588EB9458}" presName="parTxOnly" presStyleLbl="node1" presStyleIdx="1" presStyleCnt="4">
        <dgm:presLayoutVars>
          <dgm:chMax val="0"/>
          <dgm:chPref val="0"/>
          <dgm:bulletEnabled val="1"/>
        </dgm:presLayoutVars>
      </dgm:prSet>
      <dgm:spPr/>
    </dgm:pt>
    <dgm:pt modelId="{C032DA0D-3285-41D8-AE6E-0C0D2E38361D}" type="pres">
      <dgm:prSet presAssocID="{E9BE0C69-EFEB-4628-BFF6-F1EE2CA9DCF4}" presName="parTxOnlySpace" presStyleCnt="0"/>
      <dgm:spPr/>
    </dgm:pt>
    <dgm:pt modelId="{B28B6224-8E26-4984-B4D1-6B3045DD0C8D}" type="pres">
      <dgm:prSet presAssocID="{E75A32D9-D100-433B-8AAD-3F00B9A99F26}" presName="parTxOnly" presStyleLbl="node1" presStyleIdx="2" presStyleCnt="4">
        <dgm:presLayoutVars>
          <dgm:chMax val="0"/>
          <dgm:chPref val="0"/>
          <dgm:bulletEnabled val="1"/>
        </dgm:presLayoutVars>
      </dgm:prSet>
      <dgm:spPr/>
    </dgm:pt>
    <dgm:pt modelId="{144EE81D-E967-420D-B91A-0DCA69CCB9E0}" type="pres">
      <dgm:prSet presAssocID="{8AC61EDF-43EA-4BA9-A1F5-0E2F451D4CEE}" presName="parTxOnlySpace" presStyleCnt="0"/>
      <dgm:spPr/>
    </dgm:pt>
    <dgm:pt modelId="{0424F0E1-1B2B-427B-9A98-3772079A72FA}" type="pres">
      <dgm:prSet presAssocID="{DB420913-345F-4426-BC57-89BF79BEC66F}" presName="parTxOnly" presStyleLbl="node1" presStyleIdx="3" presStyleCnt="4">
        <dgm:presLayoutVars>
          <dgm:chMax val="0"/>
          <dgm:chPref val="0"/>
          <dgm:bulletEnabled val="1"/>
        </dgm:presLayoutVars>
      </dgm:prSet>
      <dgm:spPr/>
    </dgm:pt>
  </dgm:ptLst>
  <dgm:cxnLst>
    <dgm:cxn modelId="{42E05506-A273-4620-9163-057CB6390FA9}" type="presOf" srcId="{E75A32D9-D100-433B-8AAD-3F00B9A99F26}" destId="{B28B6224-8E26-4984-B4D1-6B3045DD0C8D}" srcOrd="0" destOrd="0" presId="urn:microsoft.com/office/officeart/2005/8/layout/chevron1"/>
    <dgm:cxn modelId="{CEE36E1A-46F4-4EE4-B7FC-EAA6FD6B42E7}" srcId="{97DCFACE-B3E8-45DA-85D0-64861BE3D7B1}" destId="{E775D341-5788-423F-9A4D-A9CD85B278BE}" srcOrd="0" destOrd="0" parTransId="{B4335C13-FE5D-4989-8D0B-4526313DD5F5}" sibTransId="{24ADFBAB-51F2-4B6D-B9DD-A61D72BB20D8}"/>
    <dgm:cxn modelId="{96662F1E-C4FB-4119-B369-718FFA93F75E}" type="presOf" srcId="{E775D341-5788-423F-9A4D-A9CD85B278BE}" destId="{4D4D0843-F0BD-49C3-BEFC-4D01E15EF335}" srcOrd="0" destOrd="0" presId="urn:microsoft.com/office/officeart/2005/8/layout/chevron1"/>
    <dgm:cxn modelId="{E45C4A4E-7529-4082-B37A-7FA74C81872A}" srcId="{97DCFACE-B3E8-45DA-85D0-64861BE3D7B1}" destId="{073B62A5-6885-484F-AD26-FC7588EB9458}" srcOrd="1" destOrd="0" parTransId="{4DD57DB5-A070-4E4B-AEAA-5A55A8DFA22A}" sibTransId="{E9BE0C69-EFEB-4628-BFF6-F1EE2CA9DCF4}"/>
    <dgm:cxn modelId="{72F9649C-9F8C-412A-A69F-3595EE0261E6}" type="presOf" srcId="{97DCFACE-B3E8-45DA-85D0-64861BE3D7B1}" destId="{6D7E016E-034D-4D2C-914F-7939E3EAC931}" srcOrd="0" destOrd="0" presId="urn:microsoft.com/office/officeart/2005/8/layout/chevron1"/>
    <dgm:cxn modelId="{CBB27FA9-7F61-4C55-9485-0B1B01FCCAEF}" type="presOf" srcId="{073B62A5-6885-484F-AD26-FC7588EB9458}" destId="{6E468A6B-8302-43A3-9C8A-D49FA9ADADE2}" srcOrd="0" destOrd="0" presId="urn:microsoft.com/office/officeart/2005/8/layout/chevron1"/>
    <dgm:cxn modelId="{19EDF3BD-C705-47E9-87D1-771A53C4A070}" srcId="{97DCFACE-B3E8-45DA-85D0-64861BE3D7B1}" destId="{E75A32D9-D100-433B-8AAD-3F00B9A99F26}" srcOrd="2" destOrd="0" parTransId="{3ECF1929-1833-4C20-9DC8-584A27B5A0AC}" sibTransId="{8AC61EDF-43EA-4BA9-A1F5-0E2F451D4CEE}"/>
    <dgm:cxn modelId="{0DC739C2-AE5D-47F3-91B8-F8457AB988A1}" type="presOf" srcId="{DB420913-345F-4426-BC57-89BF79BEC66F}" destId="{0424F0E1-1B2B-427B-9A98-3772079A72FA}" srcOrd="0" destOrd="0" presId="urn:microsoft.com/office/officeart/2005/8/layout/chevron1"/>
    <dgm:cxn modelId="{E86C2FE6-D39A-4054-B37E-E7D5E27274D2}" srcId="{97DCFACE-B3E8-45DA-85D0-64861BE3D7B1}" destId="{DB420913-345F-4426-BC57-89BF79BEC66F}" srcOrd="3" destOrd="0" parTransId="{75F5CE05-8D45-4E06-9D8E-5B19BE51F9C7}" sibTransId="{AAF60C43-76F1-4B0E-B374-74735DCB46BA}"/>
    <dgm:cxn modelId="{1F9DC0C5-8645-4BF5-B67B-14EEF64E7955}" type="presParOf" srcId="{6D7E016E-034D-4D2C-914F-7939E3EAC931}" destId="{4D4D0843-F0BD-49C3-BEFC-4D01E15EF335}" srcOrd="0" destOrd="0" presId="urn:microsoft.com/office/officeart/2005/8/layout/chevron1"/>
    <dgm:cxn modelId="{7146700D-670A-45D6-972C-0C5B4E16F4D3}" type="presParOf" srcId="{6D7E016E-034D-4D2C-914F-7939E3EAC931}" destId="{26931BC6-F9BA-4695-A0E8-552B4869C130}" srcOrd="1" destOrd="0" presId="urn:microsoft.com/office/officeart/2005/8/layout/chevron1"/>
    <dgm:cxn modelId="{F1A5B77B-B66E-4180-A1E3-406289878F19}" type="presParOf" srcId="{6D7E016E-034D-4D2C-914F-7939E3EAC931}" destId="{6E468A6B-8302-43A3-9C8A-D49FA9ADADE2}" srcOrd="2" destOrd="0" presId="urn:microsoft.com/office/officeart/2005/8/layout/chevron1"/>
    <dgm:cxn modelId="{35B5FD60-E2B6-40DE-8982-1D67B9098C6A}" type="presParOf" srcId="{6D7E016E-034D-4D2C-914F-7939E3EAC931}" destId="{C032DA0D-3285-41D8-AE6E-0C0D2E38361D}" srcOrd="3" destOrd="0" presId="urn:microsoft.com/office/officeart/2005/8/layout/chevron1"/>
    <dgm:cxn modelId="{3EAA8528-61A0-499A-956E-99F819FA5EC0}" type="presParOf" srcId="{6D7E016E-034D-4D2C-914F-7939E3EAC931}" destId="{B28B6224-8E26-4984-B4D1-6B3045DD0C8D}" srcOrd="4" destOrd="0" presId="urn:microsoft.com/office/officeart/2005/8/layout/chevron1"/>
    <dgm:cxn modelId="{1AE4BD9F-8092-4A77-AE74-AACC08F2EBB8}" type="presParOf" srcId="{6D7E016E-034D-4D2C-914F-7939E3EAC931}" destId="{144EE81D-E967-420D-B91A-0DCA69CCB9E0}" srcOrd="5" destOrd="0" presId="urn:microsoft.com/office/officeart/2005/8/layout/chevron1"/>
    <dgm:cxn modelId="{B1824625-F27B-4FCF-B646-1495417C41C0}" type="presParOf" srcId="{6D7E016E-034D-4D2C-914F-7939E3EAC931}" destId="{0424F0E1-1B2B-427B-9A98-3772079A72FA}"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D0BC8-0862-4DAB-A8A7-3C21FCE4F62E}">
      <dsp:nvSpPr>
        <dsp:cNvPr id="0" name=""/>
        <dsp:cNvSpPr/>
      </dsp:nvSpPr>
      <dsp:spPr>
        <a:xfrm>
          <a:off x="711199" y="0"/>
          <a:ext cx="4064000" cy="4064000"/>
        </a:xfrm>
        <a:prstGeom prst="triangl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E91951-DA2E-4DA0-9931-201B39C8BBDD}">
      <dsp:nvSpPr>
        <dsp:cNvPr id="0" name=""/>
        <dsp:cNvSpPr/>
      </dsp:nvSpPr>
      <dsp:spPr>
        <a:xfrm>
          <a:off x="2743199" y="408582"/>
          <a:ext cx="2641600" cy="962025"/>
        </a:xfrm>
        <a:prstGeom prst="roundRect">
          <a:avLst/>
        </a:prstGeom>
        <a:solidFill>
          <a:schemeClr val="lt1">
            <a:alpha val="90000"/>
            <a:hueOff val="0"/>
            <a:satOff val="0"/>
            <a:lumOff val="0"/>
            <a:alphaOff val="0"/>
          </a:schemeClr>
        </a:solidFill>
        <a:ln w="25400" cap="flat" cmpd="sng" algn="ctr">
          <a:solidFill>
            <a:srgbClr val="E95D0F"/>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Direction générale</a:t>
          </a:r>
        </a:p>
      </dsp:txBody>
      <dsp:txXfrm>
        <a:off x="2790161" y="455544"/>
        <a:ext cx="2547676" cy="868101"/>
      </dsp:txXfrm>
    </dsp:sp>
    <dsp:sp modelId="{F835EF64-4B80-40CE-AD11-85D822EDF24D}">
      <dsp:nvSpPr>
        <dsp:cNvPr id="0" name=""/>
        <dsp:cNvSpPr/>
      </dsp:nvSpPr>
      <dsp:spPr>
        <a:xfrm>
          <a:off x="2743199" y="1490860"/>
          <a:ext cx="2641600" cy="962025"/>
        </a:xfrm>
        <a:prstGeom prst="roundRect">
          <a:avLst/>
        </a:prstGeom>
        <a:solidFill>
          <a:schemeClr val="lt1">
            <a:alpha val="90000"/>
            <a:hueOff val="0"/>
            <a:satOff val="0"/>
            <a:lumOff val="0"/>
            <a:alphaOff val="0"/>
          </a:schemeClr>
        </a:solidFill>
        <a:ln w="25400" cap="flat" cmpd="sng" algn="ctr">
          <a:solidFill>
            <a:srgbClr val="E95D0F"/>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Manager</a:t>
          </a:r>
        </a:p>
      </dsp:txBody>
      <dsp:txXfrm>
        <a:off x="2790161" y="1537822"/>
        <a:ext cx="2547676" cy="868101"/>
      </dsp:txXfrm>
    </dsp:sp>
    <dsp:sp modelId="{4980AC4B-BB81-4EA6-B8DC-7055A660BEF5}">
      <dsp:nvSpPr>
        <dsp:cNvPr id="0" name=""/>
        <dsp:cNvSpPr/>
      </dsp:nvSpPr>
      <dsp:spPr>
        <a:xfrm>
          <a:off x="2743199" y="2573139"/>
          <a:ext cx="2641600" cy="962025"/>
        </a:xfrm>
        <a:prstGeom prst="roundRect">
          <a:avLst/>
        </a:prstGeom>
        <a:solidFill>
          <a:schemeClr val="lt1">
            <a:alpha val="90000"/>
            <a:hueOff val="0"/>
            <a:satOff val="0"/>
            <a:lumOff val="0"/>
            <a:alphaOff val="0"/>
          </a:schemeClr>
        </a:solidFill>
        <a:ln w="25400" cap="flat" cmpd="sng" algn="ctr">
          <a:solidFill>
            <a:srgbClr val="E95D0F"/>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Collaborateurs</a:t>
          </a:r>
        </a:p>
      </dsp:txBody>
      <dsp:txXfrm>
        <a:off x="2790161" y="2620101"/>
        <a:ext cx="2547676" cy="868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D1EA6-7893-41B5-BD1D-98EAEDB908E9}">
      <dsp:nvSpPr>
        <dsp:cNvPr id="0" name=""/>
        <dsp:cNvSpPr/>
      </dsp:nvSpPr>
      <dsp:spPr>
        <a:xfrm rot="5400000">
          <a:off x="-127978" y="129527"/>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1</a:t>
          </a:r>
        </a:p>
      </dsp:txBody>
      <dsp:txXfrm rot="-5400000">
        <a:off x="1" y="300165"/>
        <a:ext cx="597234" cy="255958"/>
      </dsp:txXfrm>
    </dsp:sp>
    <dsp:sp modelId="{7CF66D5F-62AA-429E-B556-5DE4850BFB0F}">
      <dsp:nvSpPr>
        <dsp:cNvPr id="0" name=""/>
        <dsp:cNvSpPr/>
      </dsp:nvSpPr>
      <dsp:spPr>
        <a:xfrm rot="5400000">
          <a:off x="2795494" y="-2196711"/>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ORGANISER</a:t>
          </a:r>
        </a:p>
      </dsp:txBody>
      <dsp:txXfrm rot="-5400000">
        <a:off x="597234" y="28621"/>
        <a:ext cx="4924023" cy="500430"/>
      </dsp:txXfrm>
    </dsp:sp>
    <dsp:sp modelId="{3083202B-306E-4082-96F9-896F47E59F8F}">
      <dsp:nvSpPr>
        <dsp:cNvPr id="0" name=""/>
        <dsp:cNvSpPr/>
      </dsp:nvSpPr>
      <dsp:spPr>
        <a:xfrm rot="5400000">
          <a:off x="-127978" y="862008"/>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2</a:t>
          </a:r>
        </a:p>
      </dsp:txBody>
      <dsp:txXfrm rot="-5400000">
        <a:off x="1" y="1032646"/>
        <a:ext cx="597234" cy="255958"/>
      </dsp:txXfrm>
    </dsp:sp>
    <dsp:sp modelId="{8D227A57-BDBF-41E1-B69C-CA2F95E9C31D}">
      <dsp:nvSpPr>
        <dsp:cNvPr id="0" name=""/>
        <dsp:cNvSpPr/>
      </dsp:nvSpPr>
      <dsp:spPr>
        <a:xfrm rot="5400000">
          <a:off x="2795494" y="-1464230"/>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DECIDER</a:t>
          </a:r>
        </a:p>
      </dsp:txBody>
      <dsp:txXfrm rot="-5400000">
        <a:off x="597234" y="761102"/>
        <a:ext cx="4924023" cy="500430"/>
      </dsp:txXfrm>
    </dsp:sp>
    <dsp:sp modelId="{8139CD03-F98B-4198-8992-C3627EB10BD7}">
      <dsp:nvSpPr>
        <dsp:cNvPr id="0" name=""/>
        <dsp:cNvSpPr/>
      </dsp:nvSpPr>
      <dsp:spPr>
        <a:xfrm rot="5400000">
          <a:off x="-127978" y="1594489"/>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3</a:t>
          </a:r>
        </a:p>
      </dsp:txBody>
      <dsp:txXfrm rot="-5400000">
        <a:off x="1" y="1765127"/>
        <a:ext cx="597234" cy="255958"/>
      </dsp:txXfrm>
    </dsp:sp>
    <dsp:sp modelId="{A8E4DDE7-9AAF-4186-84FB-2B224D329D4A}">
      <dsp:nvSpPr>
        <dsp:cNvPr id="0" name=""/>
        <dsp:cNvSpPr/>
      </dsp:nvSpPr>
      <dsp:spPr>
        <a:xfrm rot="5400000">
          <a:off x="2795494" y="-731749"/>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ANIMER</a:t>
          </a:r>
        </a:p>
      </dsp:txBody>
      <dsp:txXfrm rot="-5400000">
        <a:off x="597234" y="1493583"/>
        <a:ext cx="4924023" cy="500430"/>
      </dsp:txXfrm>
    </dsp:sp>
    <dsp:sp modelId="{E1375A49-90E5-4BF3-98FA-77056EDE7A7B}">
      <dsp:nvSpPr>
        <dsp:cNvPr id="0" name=""/>
        <dsp:cNvSpPr/>
      </dsp:nvSpPr>
      <dsp:spPr>
        <a:xfrm rot="5400000">
          <a:off x="-127978" y="2326970"/>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4</a:t>
          </a:r>
        </a:p>
      </dsp:txBody>
      <dsp:txXfrm rot="-5400000">
        <a:off x="1" y="2497608"/>
        <a:ext cx="597234" cy="255958"/>
      </dsp:txXfrm>
    </dsp:sp>
    <dsp:sp modelId="{D58F589A-5D9F-4139-9089-0269954E6D1A}">
      <dsp:nvSpPr>
        <dsp:cNvPr id="0" name=""/>
        <dsp:cNvSpPr/>
      </dsp:nvSpPr>
      <dsp:spPr>
        <a:xfrm rot="5400000">
          <a:off x="2795494" y="731"/>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CONTROLER</a:t>
          </a:r>
        </a:p>
      </dsp:txBody>
      <dsp:txXfrm rot="-5400000">
        <a:off x="597234" y="2226063"/>
        <a:ext cx="4924023" cy="500430"/>
      </dsp:txXfrm>
    </dsp:sp>
    <dsp:sp modelId="{1379F476-80EE-4D15-847F-5A3EB8CB1686}">
      <dsp:nvSpPr>
        <dsp:cNvPr id="0" name=""/>
        <dsp:cNvSpPr/>
      </dsp:nvSpPr>
      <dsp:spPr>
        <a:xfrm rot="5400000">
          <a:off x="-127978" y="3059452"/>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5</a:t>
          </a:r>
        </a:p>
      </dsp:txBody>
      <dsp:txXfrm rot="-5400000">
        <a:off x="1" y="3230090"/>
        <a:ext cx="597234" cy="255958"/>
      </dsp:txXfrm>
    </dsp:sp>
    <dsp:sp modelId="{351A60F4-DA1E-4A30-9407-051548201A38}">
      <dsp:nvSpPr>
        <dsp:cNvPr id="0" name=""/>
        <dsp:cNvSpPr/>
      </dsp:nvSpPr>
      <dsp:spPr>
        <a:xfrm rot="5400000">
          <a:off x="2795494" y="733212"/>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ANTICIPER</a:t>
          </a:r>
        </a:p>
      </dsp:txBody>
      <dsp:txXfrm rot="-5400000">
        <a:off x="597234" y="2958544"/>
        <a:ext cx="4924023" cy="5004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CE36B-8BAB-4B6D-902A-A2F5E06AEE93}">
      <dsp:nvSpPr>
        <dsp:cNvPr id="0" name=""/>
        <dsp:cNvSpPr/>
      </dsp:nvSpPr>
      <dsp:spPr>
        <a:xfrm>
          <a:off x="2476481" y="146048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1" kern="1200" dirty="0"/>
            <a:t>Finalités et valeurs partagées</a:t>
          </a:r>
        </a:p>
      </dsp:txBody>
      <dsp:txXfrm>
        <a:off x="2640399" y="1624399"/>
        <a:ext cx="791467" cy="791467"/>
      </dsp:txXfrm>
    </dsp:sp>
    <dsp:sp modelId="{3B25FFED-F4F7-4DCF-9194-80EBA3147926}">
      <dsp:nvSpPr>
        <dsp:cNvPr id="0" name=""/>
        <dsp:cNvSpPr/>
      </dsp:nvSpPr>
      <dsp:spPr>
        <a:xfrm rot="16228212">
          <a:off x="2878750" y="1280664"/>
          <a:ext cx="326632" cy="33050"/>
        </a:xfrm>
        <a:custGeom>
          <a:avLst/>
          <a:gdLst/>
          <a:ahLst/>
          <a:cxnLst/>
          <a:rect l="0" t="0" r="0" b="0"/>
          <a:pathLst>
            <a:path>
              <a:moveTo>
                <a:pt x="0" y="16525"/>
              </a:moveTo>
              <a:lnTo>
                <a:pt x="326632"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033901" y="1289024"/>
        <a:ext cx="16331" cy="16331"/>
      </dsp:txXfrm>
    </dsp:sp>
    <dsp:sp modelId="{73385B82-17CB-4329-AAC9-63FD0476E53D}">
      <dsp:nvSpPr>
        <dsp:cNvPr id="0" name=""/>
        <dsp:cNvSpPr/>
      </dsp:nvSpPr>
      <dsp:spPr>
        <a:xfrm>
          <a:off x="2488348" y="14594"/>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Structure</a:t>
          </a:r>
        </a:p>
      </dsp:txBody>
      <dsp:txXfrm>
        <a:off x="2652266" y="178512"/>
        <a:ext cx="791467" cy="791467"/>
      </dsp:txXfrm>
    </dsp:sp>
    <dsp:sp modelId="{6A85698F-A968-42AD-9E8A-9B9EC92B79A0}">
      <dsp:nvSpPr>
        <dsp:cNvPr id="0" name=""/>
        <dsp:cNvSpPr/>
      </dsp:nvSpPr>
      <dsp:spPr>
        <a:xfrm rot="19838111">
          <a:off x="3501851" y="1645103"/>
          <a:ext cx="342882" cy="33050"/>
        </a:xfrm>
        <a:custGeom>
          <a:avLst/>
          <a:gdLst/>
          <a:ahLst/>
          <a:cxnLst/>
          <a:rect l="0" t="0" r="0" b="0"/>
          <a:pathLst>
            <a:path>
              <a:moveTo>
                <a:pt x="0" y="16525"/>
              </a:moveTo>
              <a:lnTo>
                <a:pt x="342882"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64720" y="1653056"/>
        <a:ext cx="17144" cy="17144"/>
      </dsp:txXfrm>
    </dsp:sp>
    <dsp:sp modelId="{E5BB2138-A69F-4772-AF0C-91FED8A4AA46}">
      <dsp:nvSpPr>
        <dsp:cNvPr id="0" name=""/>
        <dsp:cNvSpPr/>
      </dsp:nvSpPr>
      <dsp:spPr>
        <a:xfrm>
          <a:off x="3750799" y="74347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Systèmes</a:t>
          </a:r>
        </a:p>
      </dsp:txBody>
      <dsp:txXfrm>
        <a:off x="3914717" y="907389"/>
        <a:ext cx="791467" cy="791467"/>
      </dsp:txXfrm>
    </dsp:sp>
    <dsp:sp modelId="{1117E420-D406-4268-A7F1-646F76CF1272}">
      <dsp:nvSpPr>
        <dsp:cNvPr id="0" name=""/>
        <dsp:cNvSpPr/>
      </dsp:nvSpPr>
      <dsp:spPr>
        <a:xfrm rot="1810130">
          <a:off x="3495959" y="2373980"/>
          <a:ext cx="354665" cy="33050"/>
        </a:xfrm>
        <a:custGeom>
          <a:avLst/>
          <a:gdLst/>
          <a:ahLst/>
          <a:cxnLst/>
          <a:rect l="0" t="0" r="0" b="0"/>
          <a:pathLst>
            <a:path>
              <a:moveTo>
                <a:pt x="0" y="16525"/>
              </a:moveTo>
              <a:lnTo>
                <a:pt x="354665"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64426" y="2381638"/>
        <a:ext cx="17733" cy="17733"/>
      </dsp:txXfrm>
    </dsp:sp>
    <dsp:sp modelId="{6BDFE3EB-EB6D-4214-8B9E-4731921F9B77}">
      <dsp:nvSpPr>
        <dsp:cNvPr id="0" name=""/>
        <dsp:cNvSpPr/>
      </dsp:nvSpPr>
      <dsp:spPr>
        <a:xfrm>
          <a:off x="3750799" y="2201224"/>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Styles de management</a:t>
          </a:r>
        </a:p>
      </dsp:txBody>
      <dsp:txXfrm>
        <a:off x="3914717" y="2365142"/>
        <a:ext cx="791467" cy="791467"/>
      </dsp:txXfrm>
    </dsp:sp>
    <dsp:sp modelId="{6E6A8876-D8F8-4933-B543-4C73407E16B0}">
      <dsp:nvSpPr>
        <dsp:cNvPr id="0" name=""/>
        <dsp:cNvSpPr/>
      </dsp:nvSpPr>
      <dsp:spPr>
        <a:xfrm rot="5372243">
          <a:off x="2866885" y="2738418"/>
          <a:ext cx="350363" cy="33050"/>
        </a:xfrm>
        <a:custGeom>
          <a:avLst/>
          <a:gdLst/>
          <a:ahLst/>
          <a:cxnLst/>
          <a:rect l="0" t="0" r="0" b="0"/>
          <a:pathLst>
            <a:path>
              <a:moveTo>
                <a:pt x="0" y="16525"/>
              </a:moveTo>
              <a:lnTo>
                <a:pt x="350363"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033307" y="2746184"/>
        <a:ext cx="17518" cy="17518"/>
      </dsp:txXfrm>
    </dsp:sp>
    <dsp:sp modelId="{1ADAF595-26C2-4F43-9AA9-03DBDC81DE28}">
      <dsp:nvSpPr>
        <dsp:cNvPr id="0" name=""/>
        <dsp:cNvSpPr/>
      </dsp:nvSpPr>
      <dsp:spPr>
        <a:xfrm>
          <a:off x="2488348" y="293010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Ressources humaines</a:t>
          </a:r>
        </a:p>
        <a:p>
          <a:pPr marL="0" lvl="0" indent="0" algn="ctr" defTabSz="488950">
            <a:lnSpc>
              <a:spcPct val="90000"/>
            </a:lnSpc>
            <a:spcBef>
              <a:spcPct val="0"/>
            </a:spcBef>
            <a:spcAft>
              <a:spcPct val="35000"/>
            </a:spcAft>
            <a:buNone/>
          </a:pPr>
          <a:r>
            <a:rPr lang="fr-FR" sz="1100" b="1" kern="1200" dirty="0">
              <a:solidFill>
                <a:schemeClr val="bg1"/>
              </a:solidFill>
            </a:rPr>
            <a:t>(staff)</a:t>
          </a:r>
        </a:p>
      </dsp:txBody>
      <dsp:txXfrm>
        <a:off x="2652266" y="3094019"/>
        <a:ext cx="791467" cy="791467"/>
      </dsp:txXfrm>
    </dsp:sp>
    <dsp:sp modelId="{D801C77F-131D-4786-8496-C50D3C4819EE}">
      <dsp:nvSpPr>
        <dsp:cNvPr id="0" name=""/>
        <dsp:cNvSpPr/>
      </dsp:nvSpPr>
      <dsp:spPr>
        <a:xfrm rot="8961662">
          <a:off x="2243742" y="2373980"/>
          <a:ext cx="334196" cy="33050"/>
        </a:xfrm>
        <a:custGeom>
          <a:avLst/>
          <a:gdLst/>
          <a:ahLst/>
          <a:cxnLst/>
          <a:rect l="0" t="0" r="0" b="0"/>
          <a:pathLst>
            <a:path>
              <a:moveTo>
                <a:pt x="0" y="16525"/>
              </a:moveTo>
              <a:lnTo>
                <a:pt x="334196"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rot="10800000">
        <a:off x="2402486" y="2382150"/>
        <a:ext cx="16709" cy="16709"/>
      </dsp:txXfrm>
    </dsp:sp>
    <dsp:sp modelId="{412AF5BC-7A0D-419B-9907-0EC5C94AB1BE}">
      <dsp:nvSpPr>
        <dsp:cNvPr id="0" name=""/>
        <dsp:cNvSpPr/>
      </dsp:nvSpPr>
      <dsp:spPr>
        <a:xfrm>
          <a:off x="1225896" y="2201224"/>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Savoir-faire (</a:t>
          </a:r>
          <a:r>
            <a:rPr lang="fr-FR" sz="1100" b="1" kern="1200" dirty="0" err="1">
              <a:solidFill>
                <a:schemeClr val="bg1"/>
              </a:solidFill>
            </a:rPr>
            <a:t>skills</a:t>
          </a:r>
          <a:r>
            <a:rPr lang="fr-FR" sz="1100" b="1" kern="1200" dirty="0">
              <a:solidFill>
                <a:schemeClr val="bg1"/>
              </a:solidFill>
            </a:rPr>
            <a:t>)</a:t>
          </a:r>
        </a:p>
      </dsp:txBody>
      <dsp:txXfrm>
        <a:off x="1389814" y="2365142"/>
        <a:ext cx="791467" cy="791467"/>
      </dsp:txXfrm>
    </dsp:sp>
    <dsp:sp modelId="{74792C3A-9349-4EA5-A9DB-945D1973AE23}">
      <dsp:nvSpPr>
        <dsp:cNvPr id="0" name=""/>
        <dsp:cNvSpPr/>
      </dsp:nvSpPr>
      <dsp:spPr>
        <a:xfrm rot="12589642">
          <a:off x="2249717" y="1645103"/>
          <a:ext cx="322246" cy="33050"/>
        </a:xfrm>
        <a:custGeom>
          <a:avLst/>
          <a:gdLst/>
          <a:ahLst/>
          <a:cxnLst/>
          <a:rect l="0" t="0" r="0" b="0"/>
          <a:pathLst>
            <a:path>
              <a:moveTo>
                <a:pt x="0" y="16525"/>
              </a:moveTo>
              <a:lnTo>
                <a:pt x="322246"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rot="10800000">
        <a:off x="2402784" y="1653572"/>
        <a:ext cx="16112" cy="16112"/>
      </dsp:txXfrm>
    </dsp:sp>
    <dsp:sp modelId="{767C9A0E-1316-45B7-9837-6AA054D670F7}">
      <dsp:nvSpPr>
        <dsp:cNvPr id="0" name=""/>
        <dsp:cNvSpPr/>
      </dsp:nvSpPr>
      <dsp:spPr>
        <a:xfrm>
          <a:off x="1225896" y="74347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Stratégie</a:t>
          </a:r>
        </a:p>
      </dsp:txBody>
      <dsp:txXfrm>
        <a:off x="1389814" y="907389"/>
        <a:ext cx="791467" cy="7914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35DFC8-53C4-430B-953B-B8BD888FA3E9}">
      <dsp:nvSpPr>
        <dsp:cNvPr id="0" name=""/>
        <dsp:cNvSpPr/>
      </dsp:nvSpPr>
      <dsp:spPr>
        <a:xfrm>
          <a:off x="2242946" y="1962550"/>
          <a:ext cx="805367" cy="628655"/>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fr-FR" sz="2600" kern="1200" dirty="0">
            <a:solidFill>
              <a:schemeClr val="bg1"/>
            </a:solidFill>
          </a:endParaRPr>
        </a:p>
      </dsp:txBody>
      <dsp:txXfrm>
        <a:off x="2360889" y="2054614"/>
        <a:ext cx="569481" cy="444527"/>
      </dsp:txXfrm>
    </dsp:sp>
    <dsp:sp modelId="{5BFD8DD3-3A2A-4CFA-91C6-4C6ECAE43CD8}">
      <dsp:nvSpPr>
        <dsp:cNvPr id="0" name=""/>
        <dsp:cNvSpPr/>
      </dsp:nvSpPr>
      <dsp:spPr>
        <a:xfrm>
          <a:off x="1754727" y="658912"/>
          <a:ext cx="2021766" cy="1824921"/>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bg1"/>
              </a:solidFill>
            </a:rPr>
            <a:t>Symbolique </a:t>
          </a:r>
          <a:r>
            <a:rPr lang="fr-FR" sz="1400" kern="1200" dirty="0">
              <a:solidFill>
                <a:schemeClr val="bg1"/>
              </a:solidFill>
            </a:rPr>
            <a:t>(lien, codes)</a:t>
          </a:r>
        </a:p>
      </dsp:txBody>
      <dsp:txXfrm>
        <a:off x="2050808" y="926165"/>
        <a:ext cx="1429604" cy="1290415"/>
      </dsp:txXfrm>
    </dsp:sp>
    <dsp:sp modelId="{F191708C-B9BF-4C3D-A0AF-B19D1B131548}">
      <dsp:nvSpPr>
        <dsp:cNvPr id="0" name=""/>
        <dsp:cNvSpPr/>
      </dsp:nvSpPr>
      <dsp:spPr>
        <a:xfrm>
          <a:off x="2697053" y="1999817"/>
          <a:ext cx="2058070" cy="1845008"/>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fr-FR" sz="2500" kern="1200" dirty="0">
              <a:solidFill>
                <a:schemeClr val="bg1"/>
              </a:solidFill>
            </a:rPr>
            <a:t>Imaginaire </a:t>
          </a:r>
          <a:r>
            <a:rPr lang="fr-FR" sz="1400" kern="1200" dirty="0">
              <a:solidFill>
                <a:schemeClr val="bg1"/>
              </a:solidFill>
            </a:rPr>
            <a:t>(projets, objectifs)</a:t>
          </a:r>
        </a:p>
      </dsp:txBody>
      <dsp:txXfrm>
        <a:off x="2998450" y="2270012"/>
        <a:ext cx="1455276" cy="1304618"/>
      </dsp:txXfrm>
    </dsp:sp>
    <dsp:sp modelId="{BA9AC821-2EBE-4428-9560-2F2194550BBD}">
      <dsp:nvSpPr>
        <dsp:cNvPr id="0" name=""/>
        <dsp:cNvSpPr/>
      </dsp:nvSpPr>
      <dsp:spPr>
        <a:xfrm>
          <a:off x="575119" y="1856938"/>
          <a:ext cx="2115434" cy="1879084"/>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bg1"/>
              </a:solidFill>
            </a:rPr>
            <a:t>Réalité</a:t>
          </a:r>
          <a:r>
            <a:rPr lang="fr-FR" sz="2000" kern="1200" dirty="0">
              <a:solidFill>
                <a:schemeClr val="bg1"/>
              </a:solidFill>
            </a:rPr>
            <a:t> </a:t>
          </a:r>
          <a:r>
            <a:rPr lang="fr-FR" sz="1400" kern="1200" dirty="0">
              <a:solidFill>
                <a:schemeClr val="bg1"/>
              </a:solidFill>
            </a:rPr>
            <a:t>(fonctionnement, environnement)</a:t>
          </a:r>
        </a:p>
      </dsp:txBody>
      <dsp:txXfrm>
        <a:off x="884917" y="2132123"/>
        <a:ext cx="1495838" cy="13287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CD234D-6A72-4AE9-8669-5230C7464468}">
      <dsp:nvSpPr>
        <dsp:cNvPr id="0" name=""/>
        <dsp:cNvSpPr/>
      </dsp:nvSpPr>
      <dsp:spPr>
        <a:xfrm>
          <a:off x="2501056" y="1965"/>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OBJECTIFS </a:t>
          </a:r>
          <a:r>
            <a:rPr lang="fr-FR" sz="1000" kern="1200" dirty="0"/>
            <a:t>Pourquoi agir?</a:t>
          </a:r>
        </a:p>
      </dsp:txBody>
      <dsp:txXfrm>
        <a:off x="2535765" y="36674"/>
        <a:ext cx="1024468" cy="641608"/>
      </dsp:txXfrm>
    </dsp:sp>
    <dsp:sp modelId="{1D390C4B-B86E-49D6-9824-7649D6740818}">
      <dsp:nvSpPr>
        <dsp:cNvPr id="0" name=""/>
        <dsp:cNvSpPr/>
      </dsp:nvSpPr>
      <dsp:spPr>
        <a:xfrm>
          <a:off x="1373478" y="357478"/>
          <a:ext cx="3349042" cy="3349042"/>
        </a:xfrm>
        <a:custGeom>
          <a:avLst/>
          <a:gdLst/>
          <a:ahLst/>
          <a:cxnLst/>
          <a:rect l="0" t="0" r="0" b="0"/>
          <a:pathLst>
            <a:path>
              <a:moveTo>
                <a:pt x="2358937" y="146255"/>
              </a:moveTo>
              <a:arcTo wR="1674521" hR="1674521" stAng="17647481" swAng="923510"/>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4F0B5F41-4D65-49DD-9B4C-9EA41D4A77D0}">
      <dsp:nvSpPr>
        <dsp:cNvPr id="0" name=""/>
        <dsp:cNvSpPr/>
      </dsp:nvSpPr>
      <dsp:spPr>
        <a:xfrm>
          <a:off x="3951234" y="839226"/>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CENTRE DE DECISION     </a:t>
          </a:r>
          <a:r>
            <a:rPr lang="fr-FR" sz="1000" kern="1200" dirty="0"/>
            <a:t>Qui agit?</a:t>
          </a:r>
        </a:p>
      </dsp:txBody>
      <dsp:txXfrm>
        <a:off x="3985943" y="873935"/>
        <a:ext cx="1024468" cy="641608"/>
      </dsp:txXfrm>
    </dsp:sp>
    <dsp:sp modelId="{F47EBC6F-2DE5-4873-94B3-8EAB13F001ED}">
      <dsp:nvSpPr>
        <dsp:cNvPr id="0" name=""/>
        <dsp:cNvSpPr/>
      </dsp:nvSpPr>
      <dsp:spPr>
        <a:xfrm>
          <a:off x="1373478" y="357478"/>
          <a:ext cx="3349042" cy="3349042"/>
        </a:xfrm>
        <a:custGeom>
          <a:avLst/>
          <a:gdLst/>
          <a:ahLst/>
          <a:cxnLst/>
          <a:rect l="0" t="0" r="0" b="0"/>
          <a:pathLst>
            <a:path>
              <a:moveTo>
                <a:pt x="3322956" y="1380105"/>
              </a:moveTo>
              <a:arcTo wR="1674521" hR="1674521" stAng="20992414" swAng="1215173"/>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3AD9D4A7-E20E-4D77-B1C6-E7F22817D0F8}">
      <dsp:nvSpPr>
        <dsp:cNvPr id="0" name=""/>
        <dsp:cNvSpPr/>
      </dsp:nvSpPr>
      <dsp:spPr>
        <a:xfrm>
          <a:off x="3951234" y="2513747"/>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MOYENS D’ACTIONS </a:t>
          </a:r>
          <a:r>
            <a:rPr lang="fr-FR" sz="1000" kern="1200" dirty="0"/>
            <a:t>Comment agit-on?</a:t>
          </a:r>
        </a:p>
      </dsp:txBody>
      <dsp:txXfrm>
        <a:off x="3985943" y="2548456"/>
        <a:ext cx="1024468" cy="641608"/>
      </dsp:txXfrm>
    </dsp:sp>
    <dsp:sp modelId="{6D540874-3088-4138-9FC0-B88312E9CE44}">
      <dsp:nvSpPr>
        <dsp:cNvPr id="0" name=""/>
        <dsp:cNvSpPr/>
      </dsp:nvSpPr>
      <dsp:spPr>
        <a:xfrm>
          <a:off x="1373478" y="357478"/>
          <a:ext cx="3349042" cy="3349042"/>
        </a:xfrm>
        <a:custGeom>
          <a:avLst/>
          <a:gdLst/>
          <a:ahLst/>
          <a:cxnLst/>
          <a:rect l="0" t="0" r="0" b="0"/>
          <a:pathLst>
            <a:path>
              <a:moveTo>
                <a:pt x="2755451" y="2953430"/>
              </a:moveTo>
              <a:arcTo wR="1674521" hR="1674521" stAng="2987736" swAng="795168"/>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3C33DEC-820A-4C15-8769-706B13C8E174}">
      <dsp:nvSpPr>
        <dsp:cNvPr id="0" name=""/>
        <dsp:cNvSpPr/>
      </dsp:nvSpPr>
      <dsp:spPr>
        <a:xfrm>
          <a:off x="2405057" y="3351008"/>
          <a:ext cx="1285885"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OBJET/MARCHE </a:t>
          </a:r>
          <a:r>
            <a:rPr lang="fr-FR" sz="1000" kern="1200" dirty="0"/>
            <a:t> Sur quel terrain agit-on?</a:t>
          </a:r>
        </a:p>
      </dsp:txBody>
      <dsp:txXfrm>
        <a:off x="2439766" y="3385717"/>
        <a:ext cx="1216467" cy="641608"/>
      </dsp:txXfrm>
    </dsp:sp>
    <dsp:sp modelId="{F05EAA06-4CA9-4692-AFDB-7849271DF38C}">
      <dsp:nvSpPr>
        <dsp:cNvPr id="0" name=""/>
        <dsp:cNvSpPr/>
      </dsp:nvSpPr>
      <dsp:spPr>
        <a:xfrm>
          <a:off x="1373478" y="357478"/>
          <a:ext cx="3349042" cy="3349042"/>
        </a:xfrm>
        <a:custGeom>
          <a:avLst/>
          <a:gdLst/>
          <a:ahLst/>
          <a:cxnLst/>
          <a:rect l="0" t="0" r="0" b="0"/>
          <a:pathLst>
            <a:path>
              <a:moveTo>
                <a:pt x="915565" y="3167172"/>
              </a:moveTo>
              <a:arcTo wR="1674521" hR="1674521" stAng="7017096" swAng="795168"/>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B41320E-B417-4F74-B0D3-42B278D23382}">
      <dsp:nvSpPr>
        <dsp:cNvPr id="0" name=""/>
        <dsp:cNvSpPr/>
      </dsp:nvSpPr>
      <dsp:spPr>
        <a:xfrm>
          <a:off x="1050878" y="2513747"/>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CAPTEUR    </a:t>
          </a:r>
          <a:r>
            <a:rPr lang="fr-FR" sz="1000" kern="1200" dirty="0"/>
            <a:t>      Qui capte les résultats?</a:t>
          </a:r>
        </a:p>
      </dsp:txBody>
      <dsp:txXfrm>
        <a:off x="1085587" y="2548456"/>
        <a:ext cx="1024468" cy="641608"/>
      </dsp:txXfrm>
    </dsp:sp>
    <dsp:sp modelId="{585D38BF-797D-4EDE-90C0-73B974CC6C3C}">
      <dsp:nvSpPr>
        <dsp:cNvPr id="0" name=""/>
        <dsp:cNvSpPr/>
      </dsp:nvSpPr>
      <dsp:spPr>
        <a:xfrm>
          <a:off x="1373478" y="357478"/>
          <a:ext cx="3349042" cy="3349042"/>
        </a:xfrm>
        <a:custGeom>
          <a:avLst/>
          <a:gdLst/>
          <a:ahLst/>
          <a:cxnLst/>
          <a:rect l="0" t="0" r="0" b="0"/>
          <a:pathLst>
            <a:path>
              <a:moveTo>
                <a:pt x="26085" y="1968937"/>
              </a:moveTo>
              <a:arcTo wR="1674521" hR="1674521" stAng="10192414" swAng="1215173"/>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A2E9824-46DA-44C0-8A64-5CFB1D8846CC}">
      <dsp:nvSpPr>
        <dsp:cNvPr id="0" name=""/>
        <dsp:cNvSpPr/>
      </dsp:nvSpPr>
      <dsp:spPr>
        <a:xfrm>
          <a:off x="1050878" y="839226"/>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RESULTATS   </a:t>
          </a:r>
          <a:r>
            <a:rPr lang="fr-FR" sz="1000" kern="1200" dirty="0"/>
            <a:t>Quels sont les effets de l’action?</a:t>
          </a:r>
        </a:p>
      </dsp:txBody>
      <dsp:txXfrm>
        <a:off x="1085587" y="873935"/>
        <a:ext cx="1024468" cy="641608"/>
      </dsp:txXfrm>
    </dsp:sp>
    <dsp:sp modelId="{1A8B4CFC-770D-43EB-9EDA-9DFA36DD37C4}">
      <dsp:nvSpPr>
        <dsp:cNvPr id="0" name=""/>
        <dsp:cNvSpPr/>
      </dsp:nvSpPr>
      <dsp:spPr>
        <a:xfrm>
          <a:off x="1373478" y="357478"/>
          <a:ext cx="3349042" cy="3349042"/>
        </a:xfrm>
        <a:custGeom>
          <a:avLst/>
          <a:gdLst/>
          <a:ahLst/>
          <a:cxnLst/>
          <a:rect l="0" t="0" r="0" b="0"/>
          <a:pathLst>
            <a:path>
              <a:moveTo>
                <a:pt x="609022" y="382726"/>
              </a:moveTo>
              <a:arcTo wR="1674521" hR="1674521" stAng="13829009" swAng="923510"/>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522CFE-5852-4074-A86D-C9557DBA6BFE}">
      <dsp:nvSpPr>
        <dsp:cNvPr id="0" name=""/>
        <dsp:cNvSpPr/>
      </dsp:nvSpPr>
      <dsp:spPr>
        <a:xfrm>
          <a:off x="3655344" y="2264789"/>
          <a:ext cx="2985164" cy="302543"/>
        </a:xfrm>
        <a:custGeom>
          <a:avLst/>
          <a:gdLst/>
          <a:ahLst/>
          <a:cxnLst/>
          <a:rect l="0" t="0" r="0" b="0"/>
          <a:pathLst>
            <a:path>
              <a:moveTo>
                <a:pt x="0" y="0"/>
              </a:moveTo>
              <a:lnTo>
                <a:pt x="0" y="171984"/>
              </a:lnTo>
              <a:lnTo>
                <a:pt x="2985164" y="171984"/>
              </a:lnTo>
              <a:lnTo>
                <a:pt x="2985164"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C26BDCB5-C38A-48FA-89A6-B5357C4A1C9C}">
      <dsp:nvSpPr>
        <dsp:cNvPr id="0" name=""/>
        <dsp:cNvSpPr/>
      </dsp:nvSpPr>
      <dsp:spPr>
        <a:xfrm>
          <a:off x="3655344" y="2264789"/>
          <a:ext cx="1480620" cy="302543"/>
        </a:xfrm>
        <a:custGeom>
          <a:avLst/>
          <a:gdLst/>
          <a:ahLst/>
          <a:cxnLst/>
          <a:rect l="0" t="0" r="0" b="0"/>
          <a:pathLst>
            <a:path>
              <a:moveTo>
                <a:pt x="0" y="0"/>
              </a:moveTo>
              <a:lnTo>
                <a:pt x="0" y="171984"/>
              </a:lnTo>
              <a:lnTo>
                <a:pt x="1480620" y="171984"/>
              </a:lnTo>
              <a:lnTo>
                <a:pt x="1480620"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AB7544F0-3EFA-4733-9166-ABBE77179294}">
      <dsp:nvSpPr>
        <dsp:cNvPr id="0" name=""/>
        <dsp:cNvSpPr/>
      </dsp:nvSpPr>
      <dsp:spPr>
        <a:xfrm>
          <a:off x="3585701" y="2264789"/>
          <a:ext cx="91440" cy="302543"/>
        </a:xfrm>
        <a:custGeom>
          <a:avLst/>
          <a:gdLst/>
          <a:ahLst/>
          <a:cxnLst/>
          <a:rect l="0" t="0" r="0" b="0"/>
          <a:pathLst>
            <a:path>
              <a:moveTo>
                <a:pt x="69643" y="0"/>
              </a:moveTo>
              <a:lnTo>
                <a:pt x="69643" y="171984"/>
              </a:lnTo>
              <a:lnTo>
                <a:pt x="45720" y="171984"/>
              </a:lnTo>
              <a:lnTo>
                <a:pt x="45720"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6636C2BE-B8AB-48FD-82EE-C123F2161DF8}">
      <dsp:nvSpPr>
        <dsp:cNvPr id="0" name=""/>
        <dsp:cNvSpPr/>
      </dsp:nvSpPr>
      <dsp:spPr>
        <a:xfrm>
          <a:off x="2126877" y="2264789"/>
          <a:ext cx="1528467" cy="302543"/>
        </a:xfrm>
        <a:custGeom>
          <a:avLst/>
          <a:gdLst/>
          <a:ahLst/>
          <a:cxnLst/>
          <a:rect l="0" t="0" r="0" b="0"/>
          <a:pathLst>
            <a:path>
              <a:moveTo>
                <a:pt x="1528467" y="0"/>
              </a:moveTo>
              <a:lnTo>
                <a:pt x="1528467" y="171984"/>
              </a:lnTo>
              <a:lnTo>
                <a:pt x="0" y="171984"/>
              </a:lnTo>
              <a:lnTo>
                <a:pt x="0"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20D9506B-D64D-45CD-8811-C29578855A48}">
      <dsp:nvSpPr>
        <dsp:cNvPr id="0" name=""/>
        <dsp:cNvSpPr/>
      </dsp:nvSpPr>
      <dsp:spPr>
        <a:xfrm>
          <a:off x="622333" y="2264789"/>
          <a:ext cx="3033011" cy="302543"/>
        </a:xfrm>
        <a:custGeom>
          <a:avLst/>
          <a:gdLst/>
          <a:ahLst/>
          <a:cxnLst/>
          <a:rect l="0" t="0" r="0" b="0"/>
          <a:pathLst>
            <a:path>
              <a:moveTo>
                <a:pt x="3033011" y="0"/>
              </a:moveTo>
              <a:lnTo>
                <a:pt x="3033011" y="171984"/>
              </a:lnTo>
              <a:lnTo>
                <a:pt x="0" y="171984"/>
              </a:lnTo>
              <a:lnTo>
                <a:pt x="0" y="302543"/>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9283D555-4B9F-4A17-A1C0-CBA22842BFE2}">
      <dsp:nvSpPr>
        <dsp:cNvPr id="0" name=""/>
        <dsp:cNvSpPr/>
      </dsp:nvSpPr>
      <dsp:spPr>
        <a:xfrm>
          <a:off x="1357321" y="1643076"/>
          <a:ext cx="4596046" cy="621712"/>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kern="1200" dirty="0"/>
            <a:t>Disfonctionnement dans l’organisation de son temps</a:t>
          </a:r>
        </a:p>
      </dsp:txBody>
      <dsp:txXfrm>
        <a:off x="1357321" y="1643076"/>
        <a:ext cx="4596046" cy="621712"/>
      </dsp:txXfrm>
    </dsp:sp>
    <dsp:sp modelId="{F40D4585-24E7-4204-9DD2-D69C176362DB}">
      <dsp:nvSpPr>
        <dsp:cNvPr id="0" name=""/>
        <dsp:cNvSpPr/>
      </dsp:nvSpPr>
      <dsp:spPr>
        <a:xfrm>
          <a:off x="620"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Efficacité personnelle du manager</a:t>
          </a:r>
        </a:p>
      </dsp:txBody>
      <dsp:txXfrm>
        <a:off x="620" y="2567333"/>
        <a:ext cx="1243424" cy="621712"/>
      </dsp:txXfrm>
    </dsp:sp>
    <dsp:sp modelId="{9B31D0EC-4ACB-4EED-90C3-A8975B1D63B3}">
      <dsp:nvSpPr>
        <dsp:cNvPr id="0" name=""/>
        <dsp:cNvSpPr/>
      </dsp:nvSpPr>
      <dsp:spPr>
        <a:xfrm>
          <a:off x="1505164"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Efficacité des partenaires internes ou externes</a:t>
          </a:r>
        </a:p>
      </dsp:txBody>
      <dsp:txXfrm>
        <a:off x="1505164" y="2567333"/>
        <a:ext cx="1243424" cy="621712"/>
      </dsp:txXfrm>
    </dsp:sp>
    <dsp:sp modelId="{3B0E9CC0-62B2-48BB-91E7-5700FD9B338E}">
      <dsp:nvSpPr>
        <dsp:cNvPr id="0" name=""/>
        <dsp:cNvSpPr/>
      </dsp:nvSpPr>
      <dsp:spPr>
        <a:xfrm>
          <a:off x="3009708"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Système de communication</a:t>
          </a:r>
        </a:p>
      </dsp:txBody>
      <dsp:txXfrm>
        <a:off x="3009708" y="2567333"/>
        <a:ext cx="1243424" cy="621712"/>
      </dsp:txXfrm>
    </dsp:sp>
    <dsp:sp modelId="{7AA7732E-E632-4FBA-AE94-2C6B80C5DF1D}">
      <dsp:nvSpPr>
        <dsp:cNvPr id="0" name=""/>
        <dsp:cNvSpPr/>
      </dsp:nvSpPr>
      <dsp:spPr>
        <a:xfrm>
          <a:off x="4514252"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Hiérarchie et institution</a:t>
          </a:r>
        </a:p>
      </dsp:txBody>
      <dsp:txXfrm>
        <a:off x="4514252" y="2567333"/>
        <a:ext cx="1243424" cy="621712"/>
      </dsp:txXfrm>
    </dsp:sp>
    <dsp:sp modelId="{0C029A87-1858-4C29-AB4A-197E7CD395E4}">
      <dsp:nvSpPr>
        <dsp:cNvPr id="0" name=""/>
        <dsp:cNvSpPr/>
      </dsp:nvSpPr>
      <dsp:spPr>
        <a:xfrm>
          <a:off x="6018796"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Moyens techniques</a:t>
          </a:r>
        </a:p>
      </dsp:txBody>
      <dsp:txXfrm>
        <a:off x="6018796" y="2567333"/>
        <a:ext cx="1243424" cy="6217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0B62EC-7EC2-43EE-A0A3-C72B3B587502}">
      <dsp:nvSpPr>
        <dsp:cNvPr id="0" name=""/>
        <dsp:cNvSpPr/>
      </dsp:nvSpPr>
      <dsp:spPr>
        <a:xfrm>
          <a:off x="3048000" y="1844867"/>
          <a:ext cx="2156482" cy="374265"/>
        </a:xfrm>
        <a:custGeom>
          <a:avLst/>
          <a:gdLst/>
          <a:ahLst/>
          <a:cxnLst/>
          <a:rect l="0" t="0" r="0" b="0"/>
          <a:pathLst>
            <a:path>
              <a:moveTo>
                <a:pt x="0" y="0"/>
              </a:moveTo>
              <a:lnTo>
                <a:pt x="0" y="187132"/>
              </a:lnTo>
              <a:lnTo>
                <a:pt x="2156482" y="187132"/>
              </a:lnTo>
              <a:lnTo>
                <a:pt x="2156482" y="374265"/>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B932F037-17AD-4EC7-9CB6-6A222455C116}">
      <dsp:nvSpPr>
        <dsp:cNvPr id="0" name=""/>
        <dsp:cNvSpPr/>
      </dsp:nvSpPr>
      <dsp:spPr>
        <a:xfrm>
          <a:off x="3002280" y="1844867"/>
          <a:ext cx="91440" cy="374265"/>
        </a:xfrm>
        <a:custGeom>
          <a:avLst/>
          <a:gdLst/>
          <a:ahLst/>
          <a:cxnLst/>
          <a:rect l="0" t="0" r="0" b="0"/>
          <a:pathLst>
            <a:path>
              <a:moveTo>
                <a:pt x="45720" y="0"/>
              </a:moveTo>
              <a:lnTo>
                <a:pt x="45720" y="374265"/>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00E5D3A9-2675-4B1F-91B4-1651B351755D}">
      <dsp:nvSpPr>
        <dsp:cNvPr id="0" name=""/>
        <dsp:cNvSpPr/>
      </dsp:nvSpPr>
      <dsp:spPr>
        <a:xfrm>
          <a:off x="891517" y="1844867"/>
          <a:ext cx="2156482" cy="374265"/>
        </a:xfrm>
        <a:custGeom>
          <a:avLst/>
          <a:gdLst/>
          <a:ahLst/>
          <a:cxnLst/>
          <a:rect l="0" t="0" r="0" b="0"/>
          <a:pathLst>
            <a:path>
              <a:moveTo>
                <a:pt x="2156482" y="0"/>
              </a:moveTo>
              <a:lnTo>
                <a:pt x="2156482" y="187132"/>
              </a:lnTo>
              <a:lnTo>
                <a:pt x="0" y="187132"/>
              </a:lnTo>
              <a:lnTo>
                <a:pt x="0" y="374265"/>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CF99109D-B9BC-4CF3-AFE7-6A51565BE231}">
      <dsp:nvSpPr>
        <dsp:cNvPr id="0" name=""/>
        <dsp:cNvSpPr/>
      </dsp:nvSpPr>
      <dsp:spPr>
        <a:xfrm>
          <a:off x="2156891" y="953758"/>
          <a:ext cx="1782216" cy="891108"/>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Délégation</a:t>
          </a:r>
        </a:p>
      </dsp:txBody>
      <dsp:txXfrm>
        <a:off x="2156891" y="953758"/>
        <a:ext cx="1782216" cy="891108"/>
      </dsp:txXfrm>
    </dsp:sp>
    <dsp:sp modelId="{AA5C7E9E-22CF-45AD-A330-F93963F39CB7}">
      <dsp:nvSpPr>
        <dsp:cNvPr id="0" name=""/>
        <dsp:cNvSpPr/>
      </dsp:nvSpPr>
      <dsp:spPr>
        <a:xfrm>
          <a:off x="409" y="2219132"/>
          <a:ext cx="1782216" cy="891108"/>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Confiance</a:t>
          </a:r>
        </a:p>
      </dsp:txBody>
      <dsp:txXfrm>
        <a:off x="409" y="2219132"/>
        <a:ext cx="1782216" cy="891108"/>
      </dsp:txXfrm>
    </dsp:sp>
    <dsp:sp modelId="{E0E7ECEE-B1D8-4E1D-856B-FF54D179ACD4}">
      <dsp:nvSpPr>
        <dsp:cNvPr id="0" name=""/>
        <dsp:cNvSpPr/>
      </dsp:nvSpPr>
      <dsp:spPr>
        <a:xfrm>
          <a:off x="2156891" y="2219132"/>
          <a:ext cx="1782216" cy="891108"/>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Temps</a:t>
          </a:r>
        </a:p>
      </dsp:txBody>
      <dsp:txXfrm>
        <a:off x="2156891" y="2219132"/>
        <a:ext cx="1782216" cy="891108"/>
      </dsp:txXfrm>
    </dsp:sp>
    <dsp:sp modelId="{B671893F-F183-42C0-9176-E43FB403CCD7}">
      <dsp:nvSpPr>
        <dsp:cNvPr id="0" name=""/>
        <dsp:cNvSpPr/>
      </dsp:nvSpPr>
      <dsp:spPr>
        <a:xfrm>
          <a:off x="4313373" y="2219132"/>
          <a:ext cx="1782216" cy="891108"/>
        </a:xfrm>
        <a:prstGeom prst="rect">
          <a:avLst/>
        </a:prstGeom>
        <a:solidFill>
          <a:srgbClr val="D4D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Style de management</a:t>
          </a:r>
        </a:p>
      </dsp:txBody>
      <dsp:txXfrm>
        <a:off x="4313373" y="2219132"/>
        <a:ext cx="1782216" cy="8911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D0843-F0BD-49C3-BEFC-4D01E15EF335}">
      <dsp:nvSpPr>
        <dsp:cNvPr id="0" name=""/>
        <dsp:cNvSpPr/>
      </dsp:nvSpPr>
      <dsp:spPr>
        <a:xfrm>
          <a:off x="3874"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Utiliser « je » plutôt que « vous »</a:t>
          </a:r>
        </a:p>
      </dsp:txBody>
      <dsp:txXfrm>
        <a:off x="454965" y="773045"/>
        <a:ext cx="1353272" cy="902181"/>
      </dsp:txXfrm>
    </dsp:sp>
    <dsp:sp modelId="{6E468A6B-8302-43A3-9C8A-D49FA9ADADE2}">
      <dsp:nvSpPr>
        <dsp:cNvPr id="0" name=""/>
        <dsp:cNvSpPr/>
      </dsp:nvSpPr>
      <dsp:spPr>
        <a:xfrm>
          <a:off x="2033782"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Reformuler « si j’ai bien compris »</a:t>
          </a:r>
        </a:p>
      </dsp:txBody>
      <dsp:txXfrm>
        <a:off x="2484873" y="773045"/>
        <a:ext cx="1353272" cy="902181"/>
      </dsp:txXfrm>
    </dsp:sp>
    <dsp:sp modelId="{B28B6224-8E26-4984-B4D1-6B3045DD0C8D}">
      <dsp:nvSpPr>
        <dsp:cNvPr id="0" name=""/>
        <dsp:cNvSpPr/>
      </dsp:nvSpPr>
      <dsp:spPr>
        <a:xfrm>
          <a:off x="4063691"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Décrire la réalité des faits</a:t>
          </a:r>
        </a:p>
      </dsp:txBody>
      <dsp:txXfrm>
        <a:off x="4514782" y="773045"/>
        <a:ext cx="1353272" cy="902181"/>
      </dsp:txXfrm>
    </dsp:sp>
    <dsp:sp modelId="{0424F0E1-1B2B-427B-9A98-3772079A72FA}">
      <dsp:nvSpPr>
        <dsp:cNvPr id="0" name=""/>
        <dsp:cNvSpPr/>
      </dsp:nvSpPr>
      <dsp:spPr>
        <a:xfrm>
          <a:off x="6093599"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L’accord doit être « gagnant-gagnant »</a:t>
          </a:r>
        </a:p>
      </dsp:txBody>
      <dsp:txXfrm>
        <a:off x="6544690" y="773045"/>
        <a:ext cx="1353272" cy="902181"/>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2DDB25-55EB-472D-8B07-AF81CF403AB0}" type="datetimeFigureOut">
              <a:rPr lang="fr-FR" smtClean="0"/>
              <a:pPr/>
              <a:t>23/02/2021</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95A461-29CF-4583-A100-9C757AF6BFA7}"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1B23E478-9558-4A4B-8922-0B90DFC7AEC6}" type="datetime1">
              <a:rPr lang="fr-FR" smtClean="0"/>
              <a:pPr/>
              <a:t>23/02/2021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D4EA3BC-643C-4A0F-A194-14C379804E35}" type="datetime1">
              <a:rPr lang="fr-FR" smtClean="0"/>
              <a:pPr/>
              <a:t>23/02/2021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AFD9A778-AEA2-4632-8CD1-B3E94265DA45}" type="datetime1">
              <a:rPr lang="fr-FR" smtClean="0"/>
              <a:pPr/>
              <a:t>23/02/2021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9291359B-BE58-4896-9BDE-2EFD84650008}" type="datetime1">
              <a:rPr lang="fr-FR" smtClean="0"/>
              <a:pPr/>
              <a:t>23/02/2021</a:t>
            </a:fld>
            <a:endParaRPr lang="fr-FR"/>
          </a:p>
        </p:txBody>
      </p:sp>
      <p:sp>
        <p:nvSpPr>
          <p:cNvPr id="6" name="Espace réservé du pied de page 5"/>
          <p:cNvSpPr>
            <a:spLocks noGrp="1"/>
          </p:cNvSpPr>
          <p:nvPr>
            <p:ph type="ftr" sz="quarter" idx="11"/>
          </p:nvPr>
        </p:nvSpPr>
        <p:spPr/>
        <p:txBody>
          <a:bodyPr/>
          <a:lstStyle/>
          <a:p>
            <a:r>
              <a:rPr lang="fr-FR"/>
              <a:t>NJM Conseil - njm.conseil@orange.fr</a:t>
            </a:r>
          </a:p>
        </p:txBody>
      </p:sp>
      <p:sp>
        <p:nvSpPr>
          <p:cNvPr id="7" name="Espace réservé du numéro de diapositive 6"/>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A9C70FC0-8233-4280-991B-D702DC1B7E13}" type="datetime1">
              <a:rPr lang="fr-FR" smtClean="0"/>
              <a:pPr/>
              <a:t>23/02/2021</a:t>
            </a:fld>
            <a:endParaRPr lang="fr-FR"/>
          </a:p>
        </p:txBody>
      </p:sp>
      <p:sp>
        <p:nvSpPr>
          <p:cNvPr id="8" name="Espace réservé du pied de page 7"/>
          <p:cNvSpPr>
            <a:spLocks noGrp="1"/>
          </p:cNvSpPr>
          <p:nvPr>
            <p:ph type="ftr" sz="quarter" idx="11"/>
          </p:nvPr>
        </p:nvSpPr>
        <p:spPr/>
        <p:txBody>
          <a:bodyPr/>
          <a:lstStyle/>
          <a:p>
            <a:r>
              <a:rPr lang="fr-FR"/>
              <a:t>NJM Conseil - njm.conseil@orange.fr</a:t>
            </a:r>
          </a:p>
        </p:txBody>
      </p:sp>
      <p:sp>
        <p:nvSpPr>
          <p:cNvPr id="9" name="Espace réservé du numéro de diapositive 8"/>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34CE3374-C801-4B30-ACF3-300BE421C52A}" type="datetime1">
              <a:rPr lang="fr-FR" smtClean="0"/>
              <a:pPr/>
              <a:t>23/02/2021</a:t>
            </a:fld>
            <a:endParaRPr lang="fr-FR"/>
          </a:p>
        </p:txBody>
      </p:sp>
      <p:sp>
        <p:nvSpPr>
          <p:cNvPr id="4" name="Espace réservé du pied de page 3"/>
          <p:cNvSpPr>
            <a:spLocks noGrp="1"/>
          </p:cNvSpPr>
          <p:nvPr>
            <p:ph type="ftr" sz="quarter" idx="11"/>
          </p:nvPr>
        </p:nvSpPr>
        <p:spPr/>
        <p:txBody>
          <a:bodyPr/>
          <a:lstStyle/>
          <a:p>
            <a:r>
              <a:rPr lang="fr-FR"/>
              <a:t>NJM Conseil - njm.conseil@orange.fr</a:t>
            </a:r>
          </a:p>
        </p:txBody>
      </p:sp>
      <p:sp>
        <p:nvSpPr>
          <p:cNvPr id="5" name="Espace réservé du numéro de diapositive 4"/>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6E7A3E2-209B-46E1-8D9A-6D2DB11532BE}" type="datetime1">
              <a:rPr lang="fr-FR" smtClean="0"/>
              <a:pPr/>
              <a:t>23/02/2021</a:t>
            </a:fld>
            <a:endParaRPr lang="fr-FR"/>
          </a:p>
        </p:txBody>
      </p:sp>
      <p:sp>
        <p:nvSpPr>
          <p:cNvPr id="3" name="Espace réservé du pied de page 2"/>
          <p:cNvSpPr>
            <a:spLocks noGrp="1"/>
          </p:cNvSpPr>
          <p:nvPr>
            <p:ph type="ftr" sz="quarter" idx="11"/>
          </p:nvPr>
        </p:nvSpPr>
        <p:spPr/>
        <p:txBody>
          <a:bodyPr/>
          <a:lstStyle/>
          <a:p>
            <a:r>
              <a:rPr lang="fr-FR"/>
              <a:t>NJM Conseil - njm.conseil@orange.fr</a:t>
            </a:r>
          </a:p>
        </p:txBody>
      </p:sp>
      <p:sp>
        <p:nvSpPr>
          <p:cNvPr id="4" name="Espace réservé du numéro de diapositive 3"/>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417F52F-A362-466C-807B-718D768303A3}" type="datetime1">
              <a:rPr lang="fr-FR" smtClean="0"/>
              <a:pPr/>
              <a:t>23/02/2021</a:t>
            </a:fld>
            <a:endParaRPr lang="fr-FR"/>
          </a:p>
        </p:txBody>
      </p:sp>
      <p:sp>
        <p:nvSpPr>
          <p:cNvPr id="6" name="Espace réservé du pied de page 5"/>
          <p:cNvSpPr>
            <a:spLocks noGrp="1"/>
          </p:cNvSpPr>
          <p:nvPr>
            <p:ph type="ftr" sz="quarter" idx="11"/>
          </p:nvPr>
        </p:nvSpPr>
        <p:spPr/>
        <p:txBody>
          <a:bodyPr/>
          <a:lstStyle/>
          <a:p>
            <a:r>
              <a:rPr lang="fr-FR"/>
              <a:t>NJM Conseil - njm.conseil@orange.fr</a:t>
            </a:r>
          </a:p>
        </p:txBody>
      </p:sp>
      <p:sp>
        <p:nvSpPr>
          <p:cNvPr id="7" name="Espace réservé du numéro de diapositive 6"/>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62AEF8B-4EC6-4C45-873B-6391FCDE0077}" type="datetime1">
              <a:rPr lang="fr-FR" smtClean="0"/>
              <a:pPr/>
              <a:t>23/02/2021</a:t>
            </a:fld>
            <a:endParaRPr lang="fr-FR"/>
          </a:p>
        </p:txBody>
      </p:sp>
      <p:sp>
        <p:nvSpPr>
          <p:cNvPr id="6" name="Espace réservé du pied de page 5"/>
          <p:cNvSpPr>
            <a:spLocks noGrp="1"/>
          </p:cNvSpPr>
          <p:nvPr>
            <p:ph type="ftr" sz="quarter" idx="11"/>
          </p:nvPr>
        </p:nvSpPr>
        <p:spPr/>
        <p:txBody>
          <a:bodyPr/>
          <a:lstStyle/>
          <a:p>
            <a:r>
              <a:rPr lang="fr-FR"/>
              <a:t>NJM Conseil - njm.conseil@orange.fr</a:t>
            </a:r>
          </a:p>
        </p:txBody>
      </p:sp>
      <p:sp>
        <p:nvSpPr>
          <p:cNvPr id="7" name="Espace réservé du numéro de diapositive 6"/>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5FA2BC0-0348-4070-8E2E-3EA9C6F6BA65}" type="datetime1">
              <a:rPr lang="fr-FR" smtClean="0"/>
              <a:pPr/>
              <a:t>23/02/2021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4AE7CFD-EECF-405C-8983-49F7A99421F7}" type="datetime1">
              <a:rPr lang="fr-FR" smtClean="0"/>
              <a:pPr/>
              <a:t>23/02/2021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ACDB8A-E31D-415A-BBAF-E0452301098B}" type="datetime1">
              <a:rPr lang="fr-FR" smtClean="0"/>
              <a:pPr/>
              <a:t>23/02/2021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NJM Conseil - njm.conseil@orange.fr</a:t>
            </a: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44C4B-DF67-4893-AC7A-6757B004DDEE}"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javascript:void(0)"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8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547664" y="1484784"/>
            <a:ext cx="6286544" cy="1143000"/>
          </a:xfrm>
        </p:spPr>
        <p:txBody>
          <a:bodyPr>
            <a:normAutofit/>
          </a:bodyPr>
          <a:lstStyle/>
          <a:p>
            <a:r>
              <a:rPr lang="fr-FR" b="1" dirty="0">
                <a:solidFill>
                  <a:srgbClr val="E95D0F"/>
                </a:solidFill>
                <a:latin typeface="Arial" pitchFamily="34" charset="0"/>
                <a:cs typeface="Arial" pitchFamily="34" charset="0"/>
              </a:rPr>
              <a:t>Management d’équipe</a:t>
            </a:r>
          </a:p>
        </p:txBody>
      </p:sp>
      <p:sp>
        <p:nvSpPr>
          <p:cNvPr id="5" name="Espace réservé du contenu 4"/>
          <p:cNvSpPr>
            <a:spLocks noGrp="1"/>
          </p:cNvSpPr>
          <p:nvPr>
            <p:ph idx="1"/>
          </p:nvPr>
        </p:nvSpPr>
        <p:spPr>
          <a:xfrm>
            <a:off x="323528" y="2371495"/>
            <a:ext cx="8229600" cy="3043246"/>
          </a:xfrm>
        </p:spPr>
        <p:txBody>
          <a:bodyPr>
            <a:normAutofit fontScale="32500" lnSpcReduction="20000"/>
          </a:bodyPr>
          <a:lstStyle/>
          <a:p>
            <a:pPr algn="ctr">
              <a:buNone/>
            </a:pPr>
            <a:endParaRPr lang="fr-FR" sz="5800" dirty="0">
              <a:solidFill>
                <a:srgbClr val="E95D0F"/>
              </a:solidFill>
              <a:latin typeface="Arial" pitchFamily="34" charset="0"/>
              <a:cs typeface="Arial" pitchFamily="34" charset="0"/>
            </a:endParaRPr>
          </a:p>
          <a:p>
            <a:pPr algn="ctr">
              <a:buNone/>
            </a:pPr>
            <a:endParaRPr lang="fr-FR" sz="5800" dirty="0">
              <a:solidFill>
                <a:srgbClr val="E95D0F"/>
              </a:solidFill>
              <a:latin typeface="Arial" pitchFamily="34" charset="0"/>
              <a:cs typeface="Arial" pitchFamily="34" charset="0"/>
            </a:endParaRPr>
          </a:p>
          <a:p>
            <a:pPr algn="ctr">
              <a:buNone/>
            </a:pPr>
            <a:endParaRPr lang="fr-FR" sz="5800" dirty="0">
              <a:solidFill>
                <a:srgbClr val="E95D0F"/>
              </a:solidFill>
              <a:latin typeface="Arial" pitchFamily="34" charset="0"/>
              <a:cs typeface="Arial" pitchFamily="34" charset="0"/>
            </a:endParaRPr>
          </a:p>
          <a:p>
            <a:pPr algn="ctr">
              <a:buNone/>
            </a:pPr>
            <a:r>
              <a:rPr lang="fr-FR" sz="21600" dirty="0">
                <a:solidFill>
                  <a:srgbClr val="E95D0F"/>
                </a:solidFill>
                <a:latin typeface="Arial" pitchFamily="34" charset="0"/>
                <a:cs typeface="Arial" pitchFamily="34" charset="0"/>
              </a:rPr>
              <a:t>ETRE UN MANAGER</a:t>
            </a:r>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pPr>
              <a:buNone/>
            </a:pPr>
            <a:endParaRPr lang="fr-FR" sz="4000" dirty="0">
              <a:solidFill>
                <a:srgbClr val="D4D600"/>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8" name="Image 7">
            <a:extLst>
              <a:ext uri="{FF2B5EF4-FFF2-40B4-BE49-F238E27FC236}">
                <a16:creationId xmlns:a16="http://schemas.microsoft.com/office/drawing/2014/main" id="{B8839CAC-312B-43ED-964B-C6AD565DD13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339008" y="407235"/>
            <a:ext cx="3516233" cy="8572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2</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4" name="Rectangle 13"/>
          <p:cNvSpPr/>
          <p:nvPr/>
        </p:nvSpPr>
        <p:spPr>
          <a:xfrm>
            <a:off x="409398" y="3032363"/>
            <a:ext cx="8417452" cy="3323987"/>
          </a:xfrm>
          <a:prstGeom prst="rect">
            <a:avLst/>
          </a:prstGeom>
        </p:spPr>
        <p:txBody>
          <a:bodyPr wrap="square">
            <a:spAutoFit/>
          </a:bodyPr>
          <a:lstStyle/>
          <a:p>
            <a:pPr lvl="0" fontAlgn="base">
              <a:spcBef>
                <a:spcPct val="0"/>
              </a:spcBef>
              <a:spcAft>
                <a:spcPct val="0"/>
              </a:spcAft>
            </a:pPr>
            <a:r>
              <a:rPr lang="fr-FR" sz="2800" dirty="0">
                <a:solidFill>
                  <a:srgbClr val="93117E"/>
                </a:solidFill>
                <a:latin typeface="Arial" pitchFamily="34" charset="0"/>
                <a:ea typeface="Times New Roman" pitchFamily="18" charset="0"/>
                <a:cs typeface="Arial" pitchFamily="34" charset="0"/>
              </a:rPr>
              <a:t>“</a:t>
            </a:r>
            <a:r>
              <a:rPr lang="fr-FR" sz="2800" i="1" dirty="0">
                <a:solidFill>
                  <a:srgbClr val="93117E"/>
                </a:solidFill>
                <a:latin typeface="Arial" pitchFamily="34" charset="0"/>
                <a:ea typeface="Times New Roman" pitchFamily="18" charset="0"/>
                <a:cs typeface="Arial" pitchFamily="34" charset="0"/>
              </a:rPr>
              <a:t>Nous ne voulons pas qu’on nous redresse. (…) A chaque opposition, on ne regarde pas si elle est juste, mais comment on s’en défera. Au lieu d’y tendre les bras, nous y tendons les griffes. (…) Quand on me contredit, on éveille mon attention, non pas ma colère ; je m’avance vers celui qui me contredit, qui m’instruit</a:t>
            </a:r>
            <a:r>
              <a:rPr lang="fr-FR" sz="2800" dirty="0">
                <a:solidFill>
                  <a:srgbClr val="93117E"/>
                </a:solidFill>
                <a:latin typeface="Arial" pitchFamily="34" charset="0"/>
                <a:ea typeface="Times New Roman" pitchFamily="18" charset="0"/>
                <a:cs typeface="Arial" pitchFamily="34" charset="0"/>
              </a:rPr>
              <a:t>”.</a:t>
            </a:r>
          </a:p>
          <a:p>
            <a:pPr lvl="0" fontAlgn="base">
              <a:spcBef>
                <a:spcPct val="0"/>
              </a:spcBef>
              <a:spcAft>
                <a:spcPct val="0"/>
              </a:spcAft>
            </a:pPr>
            <a:r>
              <a:rPr lang="fr-FR" sz="1400" dirty="0">
                <a:solidFill>
                  <a:srgbClr val="000000"/>
                </a:solidFill>
                <a:latin typeface="Arial" pitchFamily="34" charset="0"/>
                <a:ea typeface="Times New Roman" pitchFamily="18" charset="0"/>
                <a:cs typeface="Arial" pitchFamily="34" charset="0"/>
              </a:rPr>
              <a:t>Montaigne, Essais, III, VIII.</a:t>
            </a:r>
            <a:endParaRPr lang="fr-FR" sz="1400" dirty="0">
              <a:solidFill>
                <a:prstClr val="black"/>
              </a:solidFill>
              <a:latin typeface="Arial" pitchFamily="34" charset="0"/>
              <a:cs typeface="Arial" pitchFamily="34" charset="0"/>
            </a:endParaRPr>
          </a:p>
        </p:txBody>
      </p:sp>
      <p:pic>
        <p:nvPicPr>
          <p:cNvPr id="2" name="Image 1">
            <a:extLst>
              <a:ext uri="{FF2B5EF4-FFF2-40B4-BE49-F238E27FC236}">
                <a16:creationId xmlns:a16="http://schemas.microsoft.com/office/drawing/2014/main" id="{80246B18-D494-4616-87B0-6AF7C55E8B8E}"/>
              </a:ext>
            </a:extLst>
          </p:cNvPr>
          <p:cNvPicPr>
            <a:picLocks noChangeAspect="1"/>
          </p:cNvPicPr>
          <p:nvPr/>
        </p:nvPicPr>
        <p:blipFill>
          <a:blip r:embed="rId3"/>
          <a:stretch>
            <a:fillRect/>
          </a:stretch>
        </p:blipFill>
        <p:spPr>
          <a:xfrm>
            <a:off x="5202560" y="423429"/>
            <a:ext cx="3484240" cy="2574418"/>
          </a:xfrm>
          <a:prstGeom prst="rect">
            <a:avLst/>
          </a:prstGeom>
        </p:spPr>
      </p:pic>
    </p:spTree>
    <p:extLst>
      <p:ext uri="{BB962C8B-B14F-4D97-AF65-F5344CB8AC3E}">
        <p14:creationId xmlns:p14="http://schemas.microsoft.com/office/powerpoint/2010/main" val="1074871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3</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fontScale="90000"/>
          </a:bodyPr>
          <a:lstStyle/>
          <a:p>
            <a:r>
              <a:rPr lang="fr-FR" b="1" dirty="0">
                <a:solidFill>
                  <a:srgbClr val="E95D0F"/>
                </a:solidFill>
                <a:latin typeface="Arial" pitchFamily="34" charset="0"/>
                <a:cs typeface="Arial" pitchFamily="34" charset="0"/>
              </a:rPr>
              <a:t>Objectifs pédagogiques</a:t>
            </a:r>
          </a:p>
        </p:txBody>
      </p:sp>
      <p:pic>
        <p:nvPicPr>
          <p:cNvPr id="2" name="Picture 2" descr="Résultat d’images pour cible">
            <a:extLst>
              <a:ext uri="{FF2B5EF4-FFF2-40B4-BE49-F238E27FC236}">
                <a16:creationId xmlns:a16="http://schemas.microsoft.com/office/drawing/2014/main" id="{C1B95A1B-C4E2-44F8-9830-AC4D31D137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2780928"/>
            <a:ext cx="2971800" cy="2771775"/>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3947B52B-1940-4FB1-AD8C-2CFCB7442E3B}"/>
              </a:ext>
            </a:extLst>
          </p:cNvPr>
          <p:cNvSpPr txBox="1"/>
          <p:nvPr/>
        </p:nvSpPr>
        <p:spPr>
          <a:xfrm>
            <a:off x="539552" y="1844824"/>
            <a:ext cx="5256584" cy="3323987"/>
          </a:xfrm>
          <a:prstGeom prst="rect">
            <a:avLst/>
          </a:prstGeom>
          <a:noFill/>
        </p:spPr>
        <p:txBody>
          <a:bodyPr wrap="square" rtlCol="0">
            <a:spAutoFit/>
          </a:bodyPr>
          <a:lstStyle/>
          <a:p>
            <a:r>
              <a:rPr lang="fr-FR" sz="2400" dirty="0">
                <a:solidFill>
                  <a:srgbClr val="E95D0F"/>
                </a:solidFill>
                <a:latin typeface="Arial" panose="020B0604020202020204" pitchFamily="34" charset="0"/>
                <a:cs typeface="Arial" panose="020B0604020202020204" pitchFamily="34" charset="0"/>
              </a:rPr>
              <a:t>-être capable d’identifier les différents rôles d’un manager</a:t>
            </a:r>
          </a:p>
          <a:p>
            <a:r>
              <a:rPr lang="fr-FR" sz="2400" dirty="0">
                <a:solidFill>
                  <a:srgbClr val="E95D0F"/>
                </a:solidFill>
                <a:latin typeface="Arial" panose="020B0604020202020204" pitchFamily="34" charset="0"/>
                <a:cs typeface="Arial" panose="020B0604020202020204" pitchFamily="34" charset="0"/>
              </a:rPr>
              <a:t>-être capable d’adapter son mode de management</a:t>
            </a:r>
          </a:p>
          <a:p>
            <a:r>
              <a:rPr lang="fr-FR" sz="2400" dirty="0">
                <a:solidFill>
                  <a:srgbClr val="E95D0F"/>
                </a:solidFill>
                <a:latin typeface="Arial" panose="020B0604020202020204" pitchFamily="34" charset="0"/>
                <a:cs typeface="Arial" panose="020B0604020202020204" pitchFamily="34" charset="0"/>
              </a:rPr>
              <a:t>-cultiver la motivation et la performance au sein de son équipe</a:t>
            </a:r>
          </a:p>
          <a:p>
            <a:r>
              <a:rPr lang="fr-FR" sz="2400" dirty="0">
                <a:solidFill>
                  <a:srgbClr val="E95D0F"/>
                </a:solidFill>
                <a:latin typeface="Arial" panose="020B0604020202020204" pitchFamily="34" charset="0"/>
                <a:cs typeface="Arial" panose="020B0604020202020204" pitchFamily="34" charset="0"/>
              </a:rPr>
              <a:t>-construire des outils permettant de gérer son activité</a:t>
            </a:r>
          </a:p>
          <a:p>
            <a:endParaRPr lang="fr-FR" dirty="0"/>
          </a:p>
        </p:txBody>
      </p:sp>
    </p:spTree>
    <p:extLst>
      <p:ext uri="{BB962C8B-B14F-4D97-AF65-F5344CB8AC3E}">
        <p14:creationId xmlns:p14="http://schemas.microsoft.com/office/powerpoint/2010/main" val="2390634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3" name="ZoneTexte 2">
            <a:extLst>
              <a:ext uri="{FF2B5EF4-FFF2-40B4-BE49-F238E27FC236}">
                <a16:creationId xmlns:a16="http://schemas.microsoft.com/office/drawing/2014/main" id="{3947B52B-1940-4FB1-AD8C-2CFCB7442E3B}"/>
              </a:ext>
            </a:extLst>
          </p:cNvPr>
          <p:cNvSpPr txBox="1"/>
          <p:nvPr/>
        </p:nvSpPr>
        <p:spPr>
          <a:xfrm>
            <a:off x="868242" y="1844824"/>
            <a:ext cx="7632848" cy="1200329"/>
          </a:xfrm>
          <a:prstGeom prst="rect">
            <a:avLst/>
          </a:prstGeom>
          <a:noFill/>
        </p:spPr>
        <p:txBody>
          <a:bodyPr wrap="square" rtlCol="0">
            <a:spAutoFit/>
          </a:bodyPr>
          <a:lstStyle/>
          <a:p>
            <a:r>
              <a:rPr lang="fr-FR" sz="3600" dirty="0">
                <a:solidFill>
                  <a:srgbClr val="93117E"/>
                </a:solidFill>
                <a:latin typeface="Arial" panose="020B0604020202020204" pitchFamily="34" charset="0"/>
                <a:cs typeface="Arial" panose="020B0604020202020204" pitchFamily="34" charset="0"/>
              </a:rPr>
              <a:t>Selon vous, qu’est-ce qu’un bon manager ?</a:t>
            </a:r>
            <a:endParaRPr lang="fr-FR" sz="3600" dirty="0">
              <a:solidFill>
                <a:srgbClr val="93117E"/>
              </a:solidFill>
            </a:endParaRPr>
          </a:p>
        </p:txBody>
      </p:sp>
      <p:pic>
        <p:nvPicPr>
          <p:cNvPr id="4" name="Image 3">
            <a:extLst>
              <a:ext uri="{FF2B5EF4-FFF2-40B4-BE49-F238E27FC236}">
                <a16:creationId xmlns:a16="http://schemas.microsoft.com/office/drawing/2014/main" id="{CC09EE3A-1166-478C-94F3-B90B050ED5B5}"/>
              </a:ext>
            </a:extLst>
          </p:cNvPr>
          <p:cNvPicPr>
            <a:picLocks noChangeAspect="1"/>
          </p:cNvPicPr>
          <p:nvPr/>
        </p:nvPicPr>
        <p:blipFill>
          <a:blip r:embed="rId3"/>
          <a:stretch>
            <a:fillRect/>
          </a:stretch>
        </p:blipFill>
        <p:spPr>
          <a:xfrm>
            <a:off x="2771800" y="3199028"/>
            <a:ext cx="5729290" cy="2864645"/>
          </a:xfrm>
          <a:prstGeom prst="rect">
            <a:avLst/>
          </a:prstGeom>
        </p:spPr>
      </p:pic>
      <p:pic>
        <p:nvPicPr>
          <p:cNvPr id="8" name="Graphique 7" descr="Intelligence artificielle contour">
            <a:extLst>
              <a:ext uri="{FF2B5EF4-FFF2-40B4-BE49-F238E27FC236}">
                <a16:creationId xmlns:a16="http://schemas.microsoft.com/office/drawing/2014/main" id="{65077322-D7A7-49B1-96F6-84652091E4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0312" y="333914"/>
            <a:ext cx="1552819" cy="1552819"/>
          </a:xfrm>
          <a:prstGeom prst="rect">
            <a:avLst/>
          </a:prstGeom>
        </p:spPr>
      </p:pic>
    </p:spTree>
    <p:extLst>
      <p:ext uri="{BB962C8B-B14F-4D97-AF65-F5344CB8AC3E}">
        <p14:creationId xmlns:p14="http://schemas.microsoft.com/office/powerpoint/2010/main" val="371489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571604" y="2786058"/>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000528"/>
          </a:xfrm>
        </p:spPr>
        <p:txBody>
          <a:bodyPr>
            <a:normAutofit fontScale="47500" lnSpcReduction="20000"/>
          </a:bodyPr>
          <a:lstStyle/>
          <a:p>
            <a:pPr marL="514350" indent="-514350">
              <a:buFont typeface="+mj-lt"/>
              <a:buAutoNum type="arabicPeriod"/>
            </a:pPr>
            <a:r>
              <a:rPr lang="fr-FR" sz="5100" b="1" dirty="0">
                <a:solidFill>
                  <a:srgbClr val="E2007A"/>
                </a:solidFill>
                <a:latin typeface="Arial" pitchFamily="34" charset="0"/>
                <a:cs typeface="Arial" pitchFamily="34" charset="0"/>
              </a:rPr>
              <a:t>Manager: définition</a:t>
            </a:r>
          </a:p>
          <a:p>
            <a:pPr marL="514350" indent="-514350">
              <a:buNone/>
            </a:pPr>
            <a:endParaRPr lang="fr-FR" sz="5100" b="1" dirty="0">
              <a:latin typeface="Arial" pitchFamily="34" charset="0"/>
              <a:cs typeface="Arial" pitchFamily="34" charset="0"/>
            </a:endParaRPr>
          </a:p>
          <a:p>
            <a:pPr marL="514350" indent="-514350">
              <a:buNone/>
            </a:pPr>
            <a:r>
              <a:rPr lang="fr-FR" sz="4000" dirty="0">
                <a:latin typeface="Arial" pitchFamily="34" charset="0"/>
                <a:cs typeface="Arial" pitchFamily="34" charset="0"/>
              </a:rPr>
              <a:t>	L’ »Oxford English </a:t>
            </a:r>
            <a:r>
              <a:rPr lang="fr-FR" sz="4000" dirty="0" err="1">
                <a:latin typeface="Arial" pitchFamily="34" charset="0"/>
                <a:cs typeface="Arial" pitchFamily="34" charset="0"/>
              </a:rPr>
              <a:t>Dictionary</a:t>
            </a:r>
            <a:r>
              <a:rPr lang="fr-FR" sz="4000" dirty="0">
                <a:latin typeface="Arial" pitchFamily="34" charset="0"/>
                <a:cs typeface="Arial" pitchFamily="34" charset="0"/>
              </a:rPr>
              <a:t> » attribue l'origine du mot " </a:t>
            </a:r>
            <a:r>
              <a:rPr lang="fr-FR" sz="4000" b="1" dirty="0">
                <a:latin typeface="Arial" pitchFamily="34" charset="0"/>
                <a:cs typeface="Arial" pitchFamily="34" charset="0"/>
              </a:rPr>
              <a:t>management</a:t>
            </a:r>
            <a:r>
              <a:rPr lang="fr-FR" sz="4000" dirty="0">
                <a:latin typeface="Arial" pitchFamily="34" charset="0"/>
                <a:cs typeface="Arial" pitchFamily="34" charset="0"/>
              </a:rPr>
              <a:t> " aux termes français " </a:t>
            </a:r>
            <a:r>
              <a:rPr lang="fr-FR" sz="4000" dirty="0" err="1">
                <a:latin typeface="Arial" pitchFamily="34" charset="0"/>
                <a:cs typeface="Arial" pitchFamily="34" charset="0"/>
              </a:rPr>
              <a:t>mesnage</a:t>
            </a:r>
            <a:r>
              <a:rPr lang="fr-FR" sz="4000" dirty="0">
                <a:latin typeface="Arial" pitchFamily="34" charset="0"/>
                <a:cs typeface="Arial" pitchFamily="34" charset="0"/>
              </a:rPr>
              <a:t> " et " </a:t>
            </a:r>
            <a:r>
              <a:rPr lang="fr-FR" sz="4000" dirty="0" err="1">
                <a:latin typeface="Arial" pitchFamily="34" charset="0"/>
                <a:cs typeface="Arial" pitchFamily="34" charset="0"/>
              </a:rPr>
              <a:t>mesnager</a:t>
            </a:r>
            <a:r>
              <a:rPr lang="fr-FR" sz="4000" dirty="0">
                <a:latin typeface="Arial" pitchFamily="34" charset="0"/>
                <a:cs typeface="Arial" pitchFamily="34" charset="0"/>
              </a:rPr>
              <a:t> ", qui au XIIIe siècle signifiaient " l'art de gérer les affaires du ménage, c'est-à-dire : conduire son bien, sa fortune et ses domestiques de façon judicieuse ". Au fil du temps, en français, ce terme a évolué vers l'idée " d'une gestion des relations à autrui réfléchie et pondérée»</a:t>
            </a:r>
          </a:p>
          <a:p>
            <a:pPr marL="514350" indent="-514350">
              <a:buNone/>
            </a:pPr>
            <a:endParaRPr lang="fr-FR" sz="4000" dirty="0">
              <a:latin typeface="Arial" pitchFamily="34" charset="0"/>
              <a:cs typeface="Arial" pitchFamily="34" charset="0"/>
            </a:endParaRPr>
          </a:p>
          <a:p>
            <a:pPr marL="514350" indent="-514350">
              <a:buNone/>
            </a:pPr>
            <a:r>
              <a:rPr lang="fr-FR" sz="4000" dirty="0">
                <a:latin typeface="Arial" pitchFamily="34" charset="0"/>
                <a:cs typeface="Arial" pitchFamily="34" charset="0"/>
              </a:rPr>
              <a:t>	</a:t>
            </a:r>
            <a:r>
              <a:rPr lang="fr-FR" sz="5100" dirty="0">
                <a:solidFill>
                  <a:srgbClr val="E95D0F"/>
                </a:solidFill>
                <a:latin typeface="Arial" pitchFamily="34" charset="0"/>
                <a:cs typeface="Arial" pitchFamily="34" charset="0"/>
              </a:rPr>
              <a:t>-Connaissance et conscience de soi</a:t>
            </a:r>
          </a:p>
          <a:p>
            <a:pPr marL="514350" indent="-514350">
              <a:buNone/>
            </a:pPr>
            <a:r>
              <a:rPr lang="fr-FR" sz="5100" dirty="0">
                <a:solidFill>
                  <a:srgbClr val="E95D0F"/>
                </a:solidFill>
                <a:latin typeface="Arial" pitchFamily="34" charset="0"/>
                <a:cs typeface="Arial" pitchFamily="34" charset="0"/>
              </a:rPr>
              <a:t>	-Gestion de soi</a:t>
            </a:r>
          </a:p>
          <a:p>
            <a:pPr marL="514350" indent="-514350">
              <a:buNone/>
            </a:pPr>
            <a:r>
              <a:rPr lang="fr-FR" sz="5100" dirty="0">
                <a:solidFill>
                  <a:srgbClr val="E95D0F"/>
                </a:solidFill>
                <a:latin typeface="Arial" pitchFamily="34" charset="0"/>
                <a:cs typeface="Arial" pitchFamily="34" charset="0"/>
              </a:rPr>
              <a:t>	-Connaissance et conscience d’autrui</a:t>
            </a:r>
          </a:p>
          <a:p>
            <a:pPr marL="514350" indent="-514350">
              <a:buNone/>
            </a:pPr>
            <a:r>
              <a:rPr lang="fr-FR" sz="5100" dirty="0">
                <a:solidFill>
                  <a:srgbClr val="E95D0F"/>
                </a:solidFill>
                <a:latin typeface="Arial" pitchFamily="34" charset="0"/>
                <a:cs typeface="Arial" pitchFamily="34" charset="0"/>
              </a:rPr>
              <a:t>	-Gestion de la relation</a:t>
            </a:r>
          </a:p>
          <a:p>
            <a:pPr marL="514350" indent="-514350">
              <a:buNone/>
            </a:pPr>
            <a:endParaRPr lang="fr-FR" sz="4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929222"/>
          </a:xfrm>
        </p:spPr>
        <p:txBody>
          <a:bodyPr>
            <a:normAutofit/>
          </a:bodyPr>
          <a:lstStyle/>
          <a:p>
            <a:pPr marL="742950" indent="-742950">
              <a:buNone/>
            </a:pPr>
            <a:r>
              <a:rPr lang="fr-FR" sz="2400" b="1" dirty="0">
                <a:solidFill>
                  <a:srgbClr val="E2007A"/>
                </a:solidFill>
                <a:latin typeface="Arial" pitchFamily="34" charset="0"/>
                <a:cs typeface="Arial" pitchFamily="34" charset="0"/>
              </a:rPr>
              <a:t>2.    Position du manager dans l’entreprise</a:t>
            </a:r>
          </a:p>
          <a:p>
            <a:pPr marL="742950" indent="-742950">
              <a:buNone/>
            </a:pPr>
            <a:endParaRPr lang="fr-FR" sz="4400" b="1" dirty="0">
              <a:solidFill>
                <a:srgbClr val="E2007A"/>
              </a:solidFill>
              <a:latin typeface="Arial" pitchFamily="34" charset="0"/>
              <a:cs typeface="Arial" pitchFamily="34" charset="0"/>
            </a:endParaRPr>
          </a:p>
          <a:p>
            <a:pPr marL="514350" indent="-514350">
              <a:buNone/>
            </a:pPr>
            <a:r>
              <a:rPr lang="fr-FR" sz="4000" dirty="0">
                <a:latin typeface="Arial" pitchFamily="34" charset="0"/>
                <a:cs typeface="Arial" pitchFamily="34" charset="0"/>
              </a:rPr>
              <a:t>	</a:t>
            </a:r>
            <a:endParaRPr lang="fr-FR" sz="5000" dirty="0">
              <a:latin typeface="Arial" pitchFamily="34" charset="0"/>
              <a:cs typeface="Arial" pitchFamily="34" charset="0"/>
            </a:endParaRPr>
          </a:p>
          <a:p>
            <a:pPr marL="514350" indent="-514350">
              <a:buNone/>
            </a:pPr>
            <a:endParaRPr lang="fr-FR" sz="4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Diagramme 7"/>
          <p:cNvGraphicFramePr/>
          <p:nvPr/>
        </p:nvGraphicFramePr>
        <p:xfrm>
          <a:off x="1500166" y="2143116"/>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lèche vers le bas 8"/>
          <p:cNvSpPr/>
          <p:nvPr/>
        </p:nvSpPr>
        <p:spPr>
          <a:xfrm>
            <a:off x="7215206" y="3000372"/>
            <a:ext cx="357190" cy="2000264"/>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vers le haut 9"/>
          <p:cNvSpPr/>
          <p:nvPr/>
        </p:nvSpPr>
        <p:spPr>
          <a:xfrm>
            <a:off x="7715272" y="3000372"/>
            <a:ext cx="357190" cy="1928826"/>
          </a:xfrm>
          <a:prstGeom prst="up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8</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3" name="ZoneTexte 2">
            <a:extLst>
              <a:ext uri="{FF2B5EF4-FFF2-40B4-BE49-F238E27FC236}">
                <a16:creationId xmlns:a16="http://schemas.microsoft.com/office/drawing/2014/main" id="{3947B52B-1940-4FB1-AD8C-2CFCB7442E3B}"/>
              </a:ext>
            </a:extLst>
          </p:cNvPr>
          <p:cNvSpPr txBox="1"/>
          <p:nvPr/>
        </p:nvSpPr>
        <p:spPr>
          <a:xfrm>
            <a:off x="868242" y="1844824"/>
            <a:ext cx="7632848" cy="1200329"/>
          </a:xfrm>
          <a:prstGeom prst="rect">
            <a:avLst/>
          </a:prstGeom>
          <a:noFill/>
        </p:spPr>
        <p:txBody>
          <a:bodyPr wrap="square" rtlCol="0">
            <a:spAutoFit/>
          </a:bodyPr>
          <a:lstStyle/>
          <a:p>
            <a:r>
              <a:rPr lang="fr-FR" sz="3600" dirty="0">
                <a:solidFill>
                  <a:srgbClr val="93117E"/>
                </a:solidFill>
                <a:latin typeface="Arial" panose="020B0604020202020204" pitchFamily="34" charset="0"/>
                <a:cs typeface="Arial" panose="020B0604020202020204" pitchFamily="34" charset="0"/>
              </a:rPr>
              <a:t>Selon vous, quelles sont les principales tâches d’un manager ?</a:t>
            </a:r>
            <a:endParaRPr lang="fr-FR" sz="3600" dirty="0">
              <a:solidFill>
                <a:srgbClr val="93117E"/>
              </a:solidFill>
            </a:endParaRPr>
          </a:p>
        </p:txBody>
      </p:sp>
      <p:pic>
        <p:nvPicPr>
          <p:cNvPr id="8" name="Graphique 7" descr="Intelligence artificielle contour">
            <a:extLst>
              <a:ext uri="{FF2B5EF4-FFF2-40B4-BE49-F238E27FC236}">
                <a16:creationId xmlns:a16="http://schemas.microsoft.com/office/drawing/2014/main" id="{65077322-D7A7-49B1-96F6-84652091E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80312" y="333914"/>
            <a:ext cx="1552819" cy="1552819"/>
          </a:xfrm>
          <a:prstGeom prst="rect">
            <a:avLst/>
          </a:prstGeom>
        </p:spPr>
      </p:pic>
      <p:pic>
        <p:nvPicPr>
          <p:cNvPr id="2" name="Image 1">
            <a:extLst>
              <a:ext uri="{FF2B5EF4-FFF2-40B4-BE49-F238E27FC236}">
                <a16:creationId xmlns:a16="http://schemas.microsoft.com/office/drawing/2014/main" id="{9B14CA69-5FB3-47BC-BBC3-4CAE57922F76}"/>
              </a:ext>
            </a:extLst>
          </p:cNvPr>
          <p:cNvPicPr>
            <a:picLocks noChangeAspect="1"/>
          </p:cNvPicPr>
          <p:nvPr/>
        </p:nvPicPr>
        <p:blipFill>
          <a:blip r:embed="rId5"/>
          <a:stretch>
            <a:fillRect/>
          </a:stretch>
        </p:blipFill>
        <p:spPr>
          <a:xfrm>
            <a:off x="2033949" y="3045153"/>
            <a:ext cx="5076102" cy="3123755"/>
          </a:xfrm>
          <a:prstGeom prst="rect">
            <a:avLst/>
          </a:prstGeom>
        </p:spPr>
      </p:pic>
    </p:spTree>
    <p:extLst>
      <p:ext uri="{BB962C8B-B14F-4D97-AF65-F5344CB8AC3E}">
        <p14:creationId xmlns:p14="http://schemas.microsoft.com/office/powerpoint/2010/main" val="167028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643050"/>
            <a:ext cx="8229600" cy="4643470"/>
          </a:xfrm>
        </p:spPr>
        <p:txBody>
          <a:bodyPr>
            <a:normAutofit/>
          </a:bodyPr>
          <a:lstStyle/>
          <a:p>
            <a:pPr marL="514350" indent="-514350">
              <a:buNone/>
            </a:pPr>
            <a:r>
              <a:rPr lang="fr-FR" sz="2400" b="1" dirty="0">
                <a:solidFill>
                  <a:srgbClr val="E2007A"/>
                </a:solidFill>
                <a:latin typeface="Arial" pitchFamily="34" charset="0"/>
                <a:cs typeface="Arial" pitchFamily="34" charset="0"/>
              </a:rPr>
              <a:t>3. Rôles du manager</a:t>
            </a:r>
            <a:endParaRPr lang="fr-FR" sz="2400" b="1" dirty="0">
              <a:latin typeface="Arial" pitchFamily="34" charset="0"/>
              <a:cs typeface="Arial" pitchFamily="34" charset="0"/>
            </a:endParaRPr>
          </a:p>
          <a:p>
            <a:pPr marL="514350" indent="-514350">
              <a:buNone/>
            </a:pPr>
            <a:r>
              <a:rPr lang="fr-FR" sz="4000" dirty="0">
                <a:latin typeface="Arial" pitchFamily="34" charset="0"/>
                <a:cs typeface="Arial" pitchFamily="34" charset="0"/>
              </a:rPr>
              <a:t>	</a:t>
            </a: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Diagramme 7"/>
          <p:cNvGraphicFramePr/>
          <p:nvPr/>
        </p:nvGraphicFramePr>
        <p:xfrm>
          <a:off x="1524000" y="2357430"/>
          <a:ext cx="5548330" cy="37862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539552" y="1772816"/>
            <a:ext cx="8229600" cy="3857652"/>
          </a:xfrm>
        </p:spPr>
        <p:txBody>
          <a:bodyPr>
            <a:normAutofit fontScale="92500" lnSpcReduction="20000"/>
          </a:bodyPr>
          <a:lstStyle/>
          <a:p>
            <a:r>
              <a:rPr lang="fr-FR" dirty="0">
                <a:solidFill>
                  <a:srgbClr val="E95D0F"/>
                </a:solidFill>
                <a:latin typeface="Arial" pitchFamily="34" charset="0"/>
                <a:cs typeface="Arial" pitchFamily="34" charset="0"/>
              </a:rPr>
              <a:t>3-1 Organiser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Mettre en place les structures, les systèmes pour atteindre les objectifs fixés.</a:t>
            </a:r>
          </a:p>
          <a:p>
            <a:pPr>
              <a:buNone/>
            </a:pPr>
            <a:r>
              <a:rPr lang="fr-FR" dirty="0">
                <a:latin typeface="Arial" pitchFamily="34" charset="0"/>
                <a:cs typeface="Arial" pitchFamily="34" charset="0"/>
              </a:rPr>
              <a:t>		</a:t>
            </a:r>
            <a:r>
              <a:rPr lang="fr-FR" sz="3000" dirty="0">
                <a:latin typeface="Arial" pitchFamily="34" charset="0"/>
                <a:cs typeface="Arial" pitchFamily="34" charset="0"/>
              </a:rPr>
              <a:t>-définir des postes en fixant objectifs et 	responsabilités</a:t>
            </a:r>
          </a:p>
          <a:p>
            <a:pPr>
              <a:buNone/>
            </a:pPr>
            <a:r>
              <a:rPr lang="fr-FR" sz="3000" dirty="0">
                <a:solidFill>
                  <a:srgbClr val="E95D0F"/>
                </a:solidFill>
                <a:latin typeface="Arial" pitchFamily="34" charset="0"/>
                <a:cs typeface="Arial" pitchFamily="34" charset="0"/>
              </a:rPr>
              <a:t>		</a:t>
            </a:r>
            <a:r>
              <a:rPr lang="fr-FR" sz="3000" dirty="0">
                <a:latin typeface="Arial" pitchFamily="34" charset="0"/>
                <a:cs typeface="Arial" pitchFamily="34" charset="0"/>
              </a:rPr>
              <a:t>-définir qui peut décider quoi</a:t>
            </a:r>
          </a:p>
          <a:p>
            <a:pPr>
              <a:buNone/>
            </a:pPr>
            <a:r>
              <a:rPr lang="fr-FR" sz="3000" dirty="0">
                <a:latin typeface="Arial" pitchFamily="34" charset="0"/>
                <a:cs typeface="Arial" pitchFamily="34" charset="0"/>
              </a:rPr>
              <a:t>		-définir les délégations</a:t>
            </a:r>
          </a:p>
          <a:p>
            <a:pPr>
              <a:buNone/>
            </a:pPr>
            <a:r>
              <a:rPr lang="fr-FR" sz="3000" dirty="0">
                <a:latin typeface="Arial" pitchFamily="34" charset="0"/>
                <a:cs typeface="Arial" pitchFamily="34" charset="0"/>
              </a:rPr>
              <a:t>		-définir les moyens à procurer aux 	collaborateurs</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10</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31547" y="1772816"/>
            <a:ext cx="8229600" cy="3857652"/>
          </a:xfrm>
        </p:spPr>
        <p:txBody>
          <a:bodyPr>
            <a:normAutofit fontScale="85000" lnSpcReduction="20000"/>
          </a:bodyPr>
          <a:lstStyle/>
          <a:p>
            <a:r>
              <a:rPr lang="fr-FR" dirty="0">
                <a:solidFill>
                  <a:srgbClr val="E95D0F"/>
                </a:solidFill>
                <a:latin typeface="Arial" pitchFamily="34" charset="0"/>
                <a:cs typeface="Arial" pitchFamily="34" charset="0"/>
              </a:rPr>
              <a:t>3-2 Décider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Savoir faire des choix, savoir prendre la décision pour faire faire et faire agir.</a:t>
            </a:r>
          </a:p>
          <a:p>
            <a:pPr>
              <a:buNone/>
            </a:pPr>
            <a:r>
              <a:rPr lang="fr-FR" dirty="0">
                <a:latin typeface="Arial" pitchFamily="34" charset="0"/>
                <a:cs typeface="Arial" pitchFamily="34" charset="0"/>
              </a:rPr>
              <a:t>		-identifier les points communs entre l’intérêt 	individuel et l’intérêt général</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-faire adhérer en fixant les critères reconnus</a:t>
            </a:r>
          </a:p>
          <a:p>
            <a:pPr>
              <a:buNone/>
            </a:pPr>
            <a:r>
              <a:rPr lang="fr-FR" dirty="0">
                <a:latin typeface="Arial" pitchFamily="34" charset="0"/>
                <a:cs typeface="Arial" pitchFamily="34" charset="0"/>
              </a:rPr>
              <a:t>		et en sachant concerter et consulter</a:t>
            </a:r>
          </a:p>
          <a:p>
            <a:pPr>
              <a:buNone/>
            </a:pPr>
            <a:r>
              <a:rPr lang="fr-FR" dirty="0">
                <a:latin typeface="Arial" pitchFamily="34" charset="0"/>
                <a:cs typeface="Arial" pitchFamily="34" charset="0"/>
              </a:rPr>
              <a:t>		-donner aux collaborateurs les moyens et 	l’autonomie pour assumer leurs 	responsabilités et atteindre leurs objectifs</a:t>
            </a:r>
          </a:p>
          <a:p>
            <a:pPr>
              <a:buNone/>
            </a:pPr>
            <a:endParaRPr lang="fr-FR" dirty="0">
              <a:solidFill>
                <a:srgbClr val="E95D0F"/>
              </a:solidFill>
              <a:latin typeface="Arial" pitchFamily="34" charset="0"/>
              <a:cs typeface="Arial" pitchFamily="34" charset="0"/>
            </a:endParaRPr>
          </a:p>
          <a:p>
            <a:pPr>
              <a:buNone/>
            </a:pPr>
            <a:endParaRPr lang="fr-FR" dirty="0">
              <a:solidFill>
                <a:srgbClr val="E95D0F"/>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11</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57200" y="1628800"/>
            <a:ext cx="8229600" cy="3857652"/>
          </a:xfrm>
        </p:spPr>
        <p:txBody>
          <a:bodyPr>
            <a:normAutofit fontScale="70000" lnSpcReduction="20000"/>
          </a:bodyPr>
          <a:lstStyle/>
          <a:p>
            <a:r>
              <a:rPr lang="fr-FR" sz="4000" dirty="0">
                <a:solidFill>
                  <a:srgbClr val="E95D0F"/>
                </a:solidFill>
                <a:latin typeface="Arial" pitchFamily="34" charset="0"/>
                <a:cs typeface="Arial" pitchFamily="34" charset="0"/>
              </a:rPr>
              <a:t>3-3 Animer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Savoir échanger, informer, mettre du lien entre les hommes et entre les entités.</a:t>
            </a:r>
          </a:p>
          <a:p>
            <a:pPr>
              <a:buNone/>
            </a:pPr>
            <a:r>
              <a:rPr lang="fr-FR" dirty="0">
                <a:latin typeface="Arial" pitchFamily="34" charset="0"/>
                <a:cs typeface="Arial" pitchFamily="34" charset="0"/>
              </a:rPr>
              <a:t>		-confronter les points de vue, développer la 	coopération 	entre les collaborateurs</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-prendre en compte les idées et les 	suggestions</a:t>
            </a:r>
          </a:p>
          <a:p>
            <a:pPr>
              <a:buNone/>
            </a:pPr>
            <a:r>
              <a:rPr lang="fr-FR" dirty="0">
                <a:latin typeface="Arial" pitchFamily="34" charset="0"/>
                <a:cs typeface="Arial" pitchFamily="34" charset="0"/>
              </a:rPr>
              <a:t>		-comprendre les motivations personnelles</a:t>
            </a:r>
          </a:p>
          <a:p>
            <a:pPr>
              <a:buNone/>
            </a:pPr>
            <a:r>
              <a:rPr lang="fr-FR" dirty="0">
                <a:latin typeface="Arial" pitchFamily="34" charset="0"/>
                <a:cs typeface="Arial" pitchFamily="34" charset="0"/>
              </a:rPr>
              <a:t>		-faire circuler l’information intra et inter groupes</a:t>
            </a:r>
          </a:p>
          <a:p>
            <a:pPr>
              <a:buNone/>
            </a:pPr>
            <a:r>
              <a:rPr lang="fr-FR" dirty="0">
                <a:latin typeface="Arial" pitchFamily="34" charset="0"/>
                <a:cs typeface="Arial" pitchFamily="34" charset="0"/>
              </a:rPr>
              <a:t>		-savoir défendre ses collaborateurs en assumant sa 	propre responsabilité</a:t>
            </a:r>
          </a:p>
          <a:p>
            <a:pPr>
              <a:buNone/>
            </a:pPr>
            <a:r>
              <a:rPr lang="fr-FR" dirty="0">
                <a:latin typeface="Arial" pitchFamily="34" charset="0"/>
                <a:cs typeface="Arial" pitchFamily="34" charset="0"/>
              </a:rPr>
              <a:t>		</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12</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539552" y="1700808"/>
            <a:ext cx="8229600" cy="3857652"/>
          </a:xfrm>
        </p:spPr>
        <p:txBody>
          <a:bodyPr>
            <a:normAutofit fontScale="92500" lnSpcReduction="20000"/>
          </a:bodyPr>
          <a:lstStyle/>
          <a:p>
            <a:r>
              <a:rPr lang="fr-FR" dirty="0">
                <a:solidFill>
                  <a:srgbClr val="E95D0F"/>
                </a:solidFill>
                <a:latin typeface="Arial" pitchFamily="34" charset="0"/>
                <a:cs typeface="Arial" pitchFamily="34" charset="0"/>
              </a:rPr>
              <a:t>3-4 Contrôler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-Evaluer les résultats, les performances, mettre en place le juste </a:t>
            </a:r>
            <a:r>
              <a:rPr lang="fr-FR" dirty="0" err="1">
                <a:latin typeface="Arial" pitchFamily="34" charset="0"/>
                <a:cs typeface="Arial" pitchFamily="34" charset="0"/>
              </a:rPr>
              <a:t>reporting</a:t>
            </a:r>
            <a:r>
              <a:rPr lang="fr-FR" dirty="0">
                <a:latin typeface="Arial" pitchFamily="34" charset="0"/>
                <a:cs typeface="Arial" pitchFamily="34" charset="0"/>
              </a:rPr>
              <a:t>.</a:t>
            </a:r>
          </a:p>
          <a:p>
            <a:pPr>
              <a:buNone/>
            </a:pPr>
            <a:r>
              <a:rPr lang="fr-FR" dirty="0">
                <a:latin typeface="Arial" pitchFamily="34" charset="0"/>
                <a:cs typeface="Arial" pitchFamily="34" charset="0"/>
              </a:rPr>
              <a:t>		-mettre en place les indicateurs qui 	permettent de mesurer l’efficacité, la 	qualité, le contrôle des délais, les coûts</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-apprécier, évaluer et récompenser les 	contributions individuelles et collectives 	(équité)</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13</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92706" y="1772816"/>
            <a:ext cx="8229600" cy="3857652"/>
          </a:xfrm>
        </p:spPr>
        <p:txBody>
          <a:bodyPr>
            <a:normAutofit fontScale="77500" lnSpcReduction="20000"/>
          </a:bodyPr>
          <a:lstStyle/>
          <a:p>
            <a:r>
              <a:rPr lang="fr-FR" dirty="0">
                <a:solidFill>
                  <a:srgbClr val="E95D0F"/>
                </a:solidFill>
                <a:latin typeface="Arial" pitchFamily="34" charset="0"/>
                <a:cs typeface="Arial" pitchFamily="34" charset="0"/>
              </a:rPr>
              <a:t>3-5 Anticiper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Imaginer la suite, l’avenir, innover, savoir modifier, changer.</a:t>
            </a:r>
          </a:p>
          <a:p>
            <a:pPr>
              <a:buNone/>
            </a:pPr>
            <a:r>
              <a:rPr lang="fr-FR" dirty="0">
                <a:latin typeface="Arial" pitchFamily="34" charset="0"/>
                <a:cs typeface="Arial" pitchFamily="34" charset="0"/>
              </a:rPr>
              <a:t>		-prévoir les évolutions des métiers</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-identifier les données définissant l’avenir</a:t>
            </a:r>
          </a:p>
          <a:p>
            <a:pPr>
              <a:buNone/>
            </a:pPr>
            <a:r>
              <a:rPr lang="fr-FR" dirty="0">
                <a:latin typeface="Arial" pitchFamily="34" charset="0"/>
                <a:cs typeface="Arial" pitchFamily="34" charset="0"/>
              </a:rPr>
              <a:t>		-envisager les changements et s’adapter 	techniquement et humainement</a:t>
            </a:r>
          </a:p>
          <a:p>
            <a:pPr>
              <a:buNone/>
            </a:pPr>
            <a:r>
              <a:rPr lang="fr-FR" dirty="0">
                <a:latin typeface="Arial" pitchFamily="34" charset="0"/>
                <a:cs typeface="Arial" pitchFamily="34" charset="0"/>
              </a:rPr>
              <a:t>		-permettre à chacun d’acquérir les 	compétences nécessaires pour suivre les 	évolutions et gérer un développement de carrière</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fontScale="25000" lnSpcReduction="20000"/>
          </a:bodyPr>
          <a:lstStyle/>
          <a:p>
            <a:pPr marL="742950" indent="-742950">
              <a:buNone/>
            </a:pPr>
            <a:r>
              <a:rPr lang="fr-FR" sz="9600" b="1" dirty="0">
                <a:solidFill>
                  <a:srgbClr val="E2007A"/>
                </a:solidFill>
                <a:latin typeface="Arial" pitchFamily="34" charset="0"/>
                <a:cs typeface="Arial" pitchFamily="34" charset="0"/>
              </a:rPr>
              <a:t>4.    Talents du manager</a:t>
            </a:r>
          </a:p>
          <a:p>
            <a:pPr marL="742950" indent="-742950">
              <a:buNone/>
            </a:pPr>
            <a:endParaRPr lang="fr-FR" sz="4400" b="1" dirty="0">
              <a:solidFill>
                <a:srgbClr val="E2007A"/>
              </a:solidFill>
              <a:latin typeface="Arial" pitchFamily="34" charset="0"/>
              <a:cs typeface="Arial" pitchFamily="34" charset="0"/>
            </a:endParaRPr>
          </a:p>
          <a:p>
            <a:pPr marL="514350" indent="-514350">
              <a:buNone/>
            </a:pPr>
            <a:r>
              <a:rPr lang="fr-FR" sz="4000" dirty="0">
                <a:latin typeface="Arial" pitchFamily="34" charset="0"/>
                <a:cs typeface="Arial" pitchFamily="34" charset="0"/>
              </a:rPr>
              <a:t>	</a:t>
            </a:r>
            <a:r>
              <a:rPr lang="fr-FR" sz="8000" dirty="0">
                <a:latin typeface="Arial" pitchFamily="34" charset="0"/>
                <a:cs typeface="Arial" pitchFamily="34" charset="0"/>
              </a:rPr>
              <a:t>-sens de l’organisation</a:t>
            </a:r>
          </a:p>
          <a:p>
            <a:pPr marL="514350" indent="-514350">
              <a:buNone/>
            </a:pPr>
            <a:r>
              <a:rPr lang="fr-FR" sz="8000" dirty="0">
                <a:latin typeface="Arial" pitchFamily="34" charset="0"/>
                <a:cs typeface="Arial" pitchFamily="34" charset="0"/>
              </a:rPr>
              <a:t>	-sens de l’observation</a:t>
            </a:r>
          </a:p>
          <a:p>
            <a:pPr marL="514350" indent="-514350">
              <a:buNone/>
            </a:pPr>
            <a:r>
              <a:rPr lang="fr-FR" sz="8000" dirty="0">
                <a:latin typeface="Arial" pitchFamily="34" charset="0"/>
                <a:cs typeface="Arial" pitchFamily="34" charset="0"/>
              </a:rPr>
              <a:t>	-sens de l’écoute</a:t>
            </a:r>
          </a:p>
          <a:p>
            <a:pPr marL="514350" indent="-514350">
              <a:buNone/>
            </a:pPr>
            <a:r>
              <a:rPr lang="fr-FR" sz="8000" dirty="0">
                <a:latin typeface="Arial" pitchFamily="34" charset="0"/>
                <a:cs typeface="Arial" pitchFamily="34" charset="0"/>
              </a:rPr>
              <a:t>	-sens de la communication</a:t>
            </a:r>
          </a:p>
          <a:p>
            <a:pPr marL="514350" indent="-514350">
              <a:buNone/>
            </a:pPr>
            <a:r>
              <a:rPr lang="fr-FR" sz="8000" dirty="0">
                <a:latin typeface="Arial" pitchFamily="34" charset="0"/>
                <a:cs typeface="Arial" pitchFamily="34" charset="0"/>
              </a:rPr>
              <a:t>	-sens de la délégation</a:t>
            </a:r>
          </a:p>
          <a:p>
            <a:pPr marL="514350" indent="-514350">
              <a:buNone/>
            </a:pPr>
            <a:r>
              <a:rPr lang="fr-FR" sz="8000" dirty="0">
                <a:latin typeface="Arial" pitchFamily="34" charset="0"/>
                <a:cs typeface="Arial" pitchFamily="34" charset="0"/>
              </a:rPr>
              <a:t>	</a:t>
            </a:r>
          </a:p>
          <a:p>
            <a:pPr marL="514350" indent="-514350">
              <a:buNone/>
            </a:pPr>
            <a:r>
              <a:rPr lang="fr-FR" sz="8000" dirty="0">
                <a:latin typeface="Arial" pitchFamily="34" charset="0"/>
                <a:cs typeface="Arial" pitchFamily="34" charset="0"/>
              </a:rPr>
              <a:t>	-aimer autrui</a:t>
            </a:r>
          </a:p>
          <a:p>
            <a:pPr marL="514350" indent="-514350">
              <a:buNone/>
            </a:pPr>
            <a:r>
              <a:rPr lang="fr-FR" sz="8000" dirty="0">
                <a:latin typeface="Arial" pitchFamily="34" charset="0"/>
                <a:cs typeface="Arial" pitchFamily="34" charset="0"/>
              </a:rPr>
              <a:t>	-aimer le travail en équipe</a:t>
            </a:r>
          </a:p>
          <a:p>
            <a:pPr marL="514350" indent="-514350">
              <a:buNone/>
            </a:pPr>
            <a:r>
              <a:rPr lang="fr-FR" sz="8000" dirty="0">
                <a:latin typeface="Arial" pitchFamily="34" charset="0"/>
                <a:cs typeface="Arial" pitchFamily="34" charset="0"/>
              </a:rPr>
              <a:t>	-être en capacité d’assumer et de décider</a:t>
            </a:r>
          </a:p>
          <a:p>
            <a:pPr marL="514350" indent="-514350">
              <a:buNone/>
            </a:pPr>
            <a:r>
              <a:rPr lang="fr-FR" sz="8000" dirty="0">
                <a:latin typeface="Arial" pitchFamily="34" charset="0"/>
                <a:cs typeface="Arial" pitchFamily="34" charset="0"/>
              </a:rPr>
              <a:t>	-être sûr de soi</a:t>
            </a:r>
          </a:p>
          <a:p>
            <a:pPr marL="514350" indent="-514350">
              <a:buNone/>
            </a:pPr>
            <a:endParaRPr lang="fr-FR" sz="8000" dirty="0">
              <a:latin typeface="Arial" pitchFamily="34" charset="0"/>
              <a:cs typeface="Arial" pitchFamily="34" charset="0"/>
            </a:endParaRPr>
          </a:p>
          <a:p>
            <a:pPr marL="514350" indent="-514350">
              <a:buNone/>
            </a:pPr>
            <a:r>
              <a:rPr lang="fr-FR" sz="8000" dirty="0">
                <a:latin typeface="Arial" pitchFamily="34" charset="0"/>
                <a:cs typeface="Arial" pitchFamily="34" charset="0"/>
              </a:rPr>
              <a:t>	-avoir une éthique</a:t>
            </a:r>
          </a:p>
          <a:p>
            <a:pPr marL="514350" indent="-514350">
              <a:buNone/>
            </a:pPr>
            <a:endParaRPr lang="fr-FR" sz="4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5.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Devoirs vis-à-vis de l’entreprise:</a:t>
            </a:r>
          </a:p>
          <a:p>
            <a:pPr marL="742950" indent="-742950">
              <a:buNone/>
            </a:pPr>
            <a:r>
              <a:rPr lang="fr-FR" sz="2000" b="1" dirty="0">
                <a:latin typeface="Arial" pitchFamily="34" charset="0"/>
                <a:cs typeface="Arial" pitchFamily="34" charset="0"/>
              </a:rPr>
              <a:t>	</a:t>
            </a:r>
            <a:r>
              <a:rPr lang="fr-FR" sz="2000" dirty="0">
                <a:latin typeface="Arial" pitchFamily="34" charset="0"/>
                <a:cs typeface="Arial" pitchFamily="34" charset="0"/>
              </a:rPr>
              <a:t>-respect des règles et valeurs</a:t>
            </a:r>
          </a:p>
          <a:p>
            <a:pPr marL="742950" indent="-742950">
              <a:buNone/>
            </a:pPr>
            <a:r>
              <a:rPr lang="fr-FR" sz="2000" dirty="0">
                <a:latin typeface="Arial" pitchFamily="34" charset="0"/>
                <a:cs typeface="Arial" pitchFamily="34" charset="0"/>
              </a:rPr>
              <a:t>	-défense de l’intérêt général</a:t>
            </a:r>
          </a:p>
          <a:p>
            <a:pPr marL="742950" indent="-742950">
              <a:buNone/>
            </a:pPr>
            <a:r>
              <a:rPr lang="fr-FR" sz="2000" dirty="0">
                <a:latin typeface="Arial" pitchFamily="34" charset="0"/>
                <a:cs typeface="Arial" pitchFamily="34" charset="0"/>
              </a:rPr>
              <a:t>	-relais et explication des orientations de l’entreprise</a:t>
            </a:r>
          </a:p>
          <a:p>
            <a:pPr marL="742950" indent="-742950">
              <a:buNone/>
            </a:pPr>
            <a:r>
              <a:rPr lang="fr-FR" sz="2000" dirty="0">
                <a:latin typeface="Arial" pitchFamily="34" charset="0"/>
                <a:cs typeface="Arial" pitchFamily="34" charset="0"/>
              </a:rPr>
              <a:t>	-solidarité et responsabilité/ décisions prises</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	-confiance; loyauté; transparence; honnêteté; discrétion; réserve</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2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5.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Devoirs vis-à-vis du collaborateur:</a:t>
            </a:r>
            <a:r>
              <a:rPr lang="fr-FR" sz="2000" dirty="0">
                <a:latin typeface="Arial" pitchFamily="34" charset="0"/>
                <a:cs typeface="Arial" pitchFamily="34" charset="0"/>
              </a:rPr>
              <a:t>	</a:t>
            </a:r>
          </a:p>
          <a:p>
            <a:pPr marL="742950" indent="-742950">
              <a:buNone/>
            </a:pPr>
            <a:r>
              <a:rPr lang="fr-FR" sz="2000" dirty="0">
                <a:latin typeface="Arial" pitchFamily="34" charset="0"/>
                <a:cs typeface="Arial" pitchFamily="34" charset="0"/>
              </a:rPr>
              <a:t>	-anticipation des besoins, des actions...</a:t>
            </a:r>
          </a:p>
          <a:p>
            <a:pPr marL="742950" indent="-742950">
              <a:buNone/>
            </a:pPr>
            <a:r>
              <a:rPr lang="fr-FR" sz="2000" dirty="0">
                <a:latin typeface="Arial" pitchFamily="34" charset="0"/>
                <a:cs typeface="Arial" pitchFamily="34" charset="0"/>
              </a:rPr>
              <a:t>	-adaptation des objectifs, des moyens...</a:t>
            </a:r>
          </a:p>
          <a:p>
            <a:pPr marL="742950" indent="-742950">
              <a:buNone/>
            </a:pPr>
            <a:r>
              <a:rPr lang="fr-FR" sz="2000" dirty="0">
                <a:latin typeface="Arial" pitchFamily="34" charset="0"/>
                <a:cs typeface="Arial" pitchFamily="34" charset="0"/>
              </a:rPr>
              <a:t>	-mobilisation des ressources</a:t>
            </a:r>
          </a:p>
          <a:p>
            <a:pPr marL="742950" indent="-742950">
              <a:buNone/>
            </a:pPr>
            <a:r>
              <a:rPr lang="fr-FR" sz="2000" dirty="0">
                <a:latin typeface="Arial" pitchFamily="34" charset="0"/>
                <a:cs typeface="Arial" pitchFamily="34" charset="0"/>
              </a:rPr>
              <a:t>	-personnalisation des relations</a:t>
            </a:r>
          </a:p>
          <a:p>
            <a:pPr marL="742950" indent="-742950">
              <a:buNone/>
            </a:pPr>
            <a:r>
              <a:rPr lang="fr-FR" sz="2000" dirty="0">
                <a:latin typeface="Arial" pitchFamily="34" charset="0"/>
                <a:cs typeface="Arial" pitchFamily="34" charset="0"/>
              </a:rPr>
              <a:t>	-expression et partage des informations, des savoirs...</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	Respect, écoute, autorité, donner envie...</a:t>
            </a: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5.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Droits du manager:</a:t>
            </a:r>
            <a:r>
              <a:rPr lang="fr-FR" sz="2000" dirty="0">
                <a:latin typeface="Arial" pitchFamily="34" charset="0"/>
                <a:cs typeface="Arial" pitchFamily="34" charset="0"/>
              </a:rPr>
              <a:t>	</a:t>
            </a:r>
          </a:p>
          <a:p>
            <a:pPr marL="742950" indent="-742950">
              <a:buNone/>
            </a:pPr>
            <a:r>
              <a:rPr lang="fr-FR" sz="2000" dirty="0">
                <a:latin typeface="Arial" pitchFamily="34" charset="0"/>
                <a:cs typeface="Arial" pitchFamily="34" charset="0"/>
              </a:rPr>
              <a:t>	-droit à l’information (pour tenir son rôle de responsable)</a:t>
            </a:r>
          </a:p>
          <a:p>
            <a:pPr marL="742950" indent="-742950">
              <a:buNone/>
            </a:pPr>
            <a:r>
              <a:rPr lang="fr-FR" sz="2000" dirty="0">
                <a:solidFill>
                  <a:srgbClr val="E2007A"/>
                </a:solidFill>
                <a:latin typeface="Arial" pitchFamily="34" charset="0"/>
                <a:cs typeface="Arial" pitchFamily="34" charset="0"/>
              </a:rPr>
              <a:t>	</a:t>
            </a:r>
            <a:r>
              <a:rPr lang="fr-FR" sz="2000" dirty="0">
                <a:latin typeface="Arial" pitchFamily="34" charset="0"/>
                <a:cs typeface="Arial" pitchFamily="34" charset="0"/>
              </a:rPr>
              <a:t>-droit à la reconnaissance (de ses résultats, de ses compétences)</a:t>
            </a:r>
          </a:p>
          <a:p>
            <a:pPr marL="742950" indent="-742950">
              <a:buNone/>
            </a:pPr>
            <a:r>
              <a:rPr lang="fr-FR" sz="2000" dirty="0">
                <a:latin typeface="Arial" pitchFamily="34" charset="0"/>
                <a:cs typeface="Arial" pitchFamily="34" charset="0"/>
              </a:rPr>
              <a:t>	-droit au respect de sa personne</a:t>
            </a:r>
          </a:p>
          <a:p>
            <a:pPr marL="742950" indent="-742950">
              <a:buNone/>
            </a:pPr>
            <a:r>
              <a:rPr lang="fr-FR" sz="2000" dirty="0">
                <a:latin typeface="Arial" pitchFamily="34" charset="0"/>
                <a:cs typeface="Arial" pitchFamily="34" charset="0"/>
              </a:rPr>
              <a:t>	-droit aux convictions et opinions personnelles (maîtrisées)</a:t>
            </a:r>
          </a:p>
          <a:p>
            <a:pPr marL="742950" indent="-742950">
              <a:buNone/>
            </a:pPr>
            <a:r>
              <a:rPr lang="fr-FR" sz="2000" dirty="0">
                <a:latin typeface="Arial" pitchFamily="34" charset="0"/>
                <a:cs typeface="Arial" pitchFamily="34" charset="0"/>
              </a:rPr>
              <a:t>	-droit à la critique constructive</a:t>
            </a:r>
          </a:p>
          <a:p>
            <a:pPr marL="742950" indent="-742950">
              <a:buNone/>
            </a:pPr>
            <a:r>
              <a:rPr lang="fr-FR" sz="2000" dirty="0">
                <a:latin typeface="Arial" pitchFamily="34" charset="0"/>
                <a:cs typeface="Arial" pitchFamily="34" charset="0"/>
              </a:rPr>
              <a:t>	-droit à la désobéissance (éthique)</a:t>
            </a:r>
          </a:p>
          <a:p>
            <a:pPr marL="742950" indent="-742950">
              <a:buNone/>
            </a:pPr>
            <a:r>
              <a:rPr lang="fr-FR" sz="2000" dirty="0">
                <a:latin typeface="Arial" pitchFamily="34" charset="0"/>
                <a:cs typeface="Arial" pitchFamily="34" charset="0"/>
              </a:rPr>
              <a:t>	-droit à l’erreur</a:t>
            </a:r>
            <a:endParaRPr lang="fr-FR" dirty="0">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6.    Manager: conseiller ou décider</a:t>
            </a:r>
          </a:p>
          <a:p>
            <a:pPr marL="742950" indent="-742950">
              <a:buNone/>
            </a:pPr>
            <a:endParaRPr lang="fr-FR" sz="4400" b="1" dirty="0">
              <a:solidFill>
                <a:srgbClr val="E2007A"/>
              </a:solidFill>
              <a:latin typeface="Arial" pitchFamily="34" charset="0"/>
              <a:cs typeface="Arial" pitchFamily="34" charset="0"/>
            </a:endParaRPr>
          </a:p>
          <a:p>
            <a:pPr marL="742950" indent="-742950" algn="ctr">
              <a:buNone/>
            </a:pPr>
            <a:r>
              <a:rPr lang="fr-FR" sz="2400" b="1" dirty="0">
                <a:latin typeface="Arial" pitchFamily="34" charset="0"/>
                <a:cs typeface="Arial" pitchFamily="34" charset="0"/>
              </a:rPr>
              <a:t>Les deux mon Général!</a:t>
            </a:r>
          </a:p>
          <a:p>
            <a:pPr marL="514350" indent="-514350">
              <a:buNone/>
            </a:pPr>
            <a:r>
              <a:rPr lang="fr-FR" sz="4000" dirty="0">
                <a:latin typeface="Arial" pitchFamily="34" charset="0"/>
                <a:cs typeface="Arial" pitchFamily="34" charset="0"/>
              </a:rPr>
              <a:t>	</a:t>
            </a: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7.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r>
              <a:rPr lang="fr-FR" sz="2000" dirty="0">
                <a:latin typeface="Arial" pitchFamily="34" charset="0"/>
                <a:cs typeface="Arial" pitchFamily="34" charset="0"/>
              </a:rPr>
              <a:t>-par rapport à la culture d’entreprise</a:t>
            </a:r>
          </a:p>
          <a:p>
            <a:pPr marL="742950" indent="-742950">
              <a:buNone/>
            </a:pPr>
            <a:r>
              <a:rPr lang="fr-FR" sz="2000" dirty="0">
                <a:latin typeface="Arial" pitchFamily="34" charset="0"/>
                <a:cs typeface="Arial" pitchFamily="34" charset="0"/>
              </a:rPr>
              <a:t>	-par rapport à la stratégie d’entreprise</a:t>
            </a:r>
          </a:p>
          <a:p>
            <a:pPr marL="742950" indent="-742950">
              <a:buNone/>
            </a:pPr>
            <a:r>
              <a:rPr lang="fr-FR" sz="2000" dirty="0">
                <a:latin typeface="Arial" pitchFamily="34" charset="0"/>
                <a:cs typeface="Arial" pitchFamily="34" charset="0"/>
              </a:rPr>
              <a:t>	-par rapport à une vision</a:t>
            </a:r>
          </a:p>
          <a:p>
            <a:pPr marL="742950" indent="-742950">
              <a:buNone/>
            </a:pPr>
            <a:r>
              <a:rPr lang="fr-FR" sz="2000" dirty="0">
                <a:latin typeface="Arial" pitchFamily="34" charset="0"/>
                <a:cs typeface="Arial" pitchFamily="34" charset="0"/>
              </a:rPr>
              <a:t>	-par rapport à soi-même</a:t>
            </a:r>
          </a:p>
          <a:p>
            <a:pPr marL="742950" indent="-742950">
              <a:buNone/>
            </a:pPr>
            <a:r>
              <a:rPr lang="fr-FR" sz="2000" dirty="0">
                <a:latin typeface="Arial" pitchFamily="34" charset="0"/>
                <a:cs typeface="Arial" pitchFamily="34" charset="0"/>
              </a:rPr>
              <a:t>	-par rapport à la diversité des tâches</a:t>
            </a:r>
          </a:p>
          <a:p>
            <a:pPr marL="742950" indent="-742950">
              <a:buNone/>
            </a:pPr>
            <a:r>
              <a:rPr lang="fr-FR" sz="2000" dirty="0">
                <a:latin typeface="Arial" pitchFamily="34" charset="0"/>
                <a:cs typeface="Arial" pitchFamily="34" charset="0"/>
              </a:rPr>
              <a:t>	</a:t>
            </a:r>
          </a:p>
          <a:p>
            <a:pPr marL="742950" indent="-742950">
              <a:buNone/>
            </a:pPr>
            <a:endParaRPr lang="fr-FR" sz="2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endParaRPr lang="fr-FR" sz="2400" b="1" dirty="0">
              <a:solidFill>
                <a:srgbClr val="E2007A"/>
              </a:solidFill>
              <a:latin typeface="Arial" pitchFamily="34" charset="0"/>
              <a:cs typeface="Arial" pitchFamily="34" charset="0"/>
            </a:endParaRP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r>
              <a:rPr lang="fr-FR" sz="2800" b="1" dirty="0">
                <a:solidFill>
                  <a:srgbClr val="93117E"/>
                </a:solidFill>
                <a:latin typeface="Arial" pitchFamily="34" charset="0"/>
                <a:cs typeface="Arial" pitchFamily="34" charset="0"/>
              </a:rPr>
              <a:t>Dessin de femme: expérimentez la perception.</a:t>
            </a:r>
            <a:endParaRPr lang="fr-FR" sz="2800" dirty="0">
              <a:solidFill>
                <a:srgbClr val="93117E"/>
              </a:solidFill>
              <a:latin typeface="Arial" pitchFamily="34" charset="0"/>
              <a:cs typeface="Arial" pitchFamily="34" charset="0"/>
            </a:endParaRPr>
          </a:p>
          <a:p>
            <a:pPr marL="514350" indent="-514350">
              <a:buNone/>
            </a:pPr>
            <a:endParaRPr lang="fr-FR" sz="28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Image 1">
            <a:extLst>
              <a:ext uri="{FF2B5EF4-FFF2-40B4-BE49-F238E27FC236}">
                <a16:creationId xmlns:a16="http://schemas.microsoft.com/office/drawing/2014/main" id="{9E28476E-964D-4748-95A6-6760C4489ACA}"/>
              </a:ext>
            </a:extLst>
          </p:cNvPr>
          <p:cNvPicPr>
            <a:picLocks noChangeAspect="1"/>
          </p:cNvPicPr>
          <p:nvPr/>
        </p:nvPicPr>
        <p:blipFill>
          <a:blip r:embed="rId3"/>
          <a:stretch>
            <a:fillRect/>
          </a:stretch>
        </p:blipFill>
        <p:spPr>
          <a:xfrm>
            <a:off x="7202407" y="538073"/>
            <a:ext cx="1548518" cy="15546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786346"/>
          </a:xfrm>
        </p:spPr>
        <p:txBody>
          <a:bodyPr>
            <a:normAutofit fontScale="55000" lnSpcReduction="20000"/>
          </a:bodyPr>
          <a:lstStyle/>
          <a:p>
            <a:pPr marL="742950" indent="-742950">
              <a:buNone/>
            </a:pPr>
            <a:r>
              <a:rPr lang="fr-FR" sz="4400" b="1" dirty="0">
                <a:solidFill>
                  <a:srgbClr val="E2007A"/>
                </a:solidFill>
                <a:latin typeface="Arial" pitchFamily="34" charset="0"/>
                <a:cs typeface="Arial" pitchFamily="34" charset="0"/>
              </a:rPr>
              <a:t>9.    Points clés sur le comportement humain</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r>
              <a:rPr lang="fr-FR" sz="2500" b="1" dirty="0">
                <a:latin typeface="Arial" pitchFamily="34" charset="0"/>
                <a:cs typeface="Arial" pitchFamily="34" charset="0"/>
              </a:rPr>
              <a:t>-si quelqu’un se comprend mieux lui-même que vous ne vous comprenez vous-même, il a une longueur d’avance sur vous.</a:t>
            </a:r>
          </a:p>
          <a:p>
            <a:pPr marL="742950" indent="-742950">
              <a:buNone/>
            </a:pPr>
            <a:r>
              <a:rPr lang="fr-FR" sz="2500" b="1" dirty="0">
                <a:solidFill>
                  <a:srgbClr val="E2007A"/>
                </a:solidFill>
                <a:latin typeface="Arial" pitchFamily="34" charset="0"/>
                <a:cs typeface="Arial" pitchFamily="34" charset="0"/>
              </a:rPr>
              <a:t>	</a:t>
            </a:r>
            <a:r>
              <a:rPr lang="fr-FR" sz="2500" b="1" dirty="0">
                <a:latin typeface="Arial" pitchFamily="34" charset="0"/>
                <a:cs typeface="Arial" pitchFamily="34" charset="0"/>
              </a:rPr>
              <a:t>-si quelqu’un se comprend mieux lui-même et vous comprend mieux que vous ne vous comprenez vous-même, il a 2 longueurs d’avance sur vous.</a:t>
            </a:r>
          </a:p>
          <a:p>
            <a:pPr marL="742950" indent="-742950">
              <a:buNone/>
            </a:pPr>
            <a:r>
              <a:rPr lang="fr-FR" sz="2500" b="1" dirty="0">
                <a:latin typeface="Arial" pitchFamily="34" charset="0"/>
                <a:cs typeface="Arial" pitchFamily="34" charset="0"/>
              </a:rPr>
              <a:t>	-vous ne pouvez pas motiver une personne à partir de vous-même, mais seulement à partir d’elle-même.</a:t>
            </a:r>
          </a:p>
          <a:p>
            <a:pPr marL="742950" indent="-742950">
              <a:buNone/>
            </a:pPr>
            <a:r>
              <a:rPr lang="fr-FR" sz="2500" b="1" dirty="0">
                <a:latin typeface="Arial" pitchFamily="34" charset="0"/>
                <a:cs typeface="Arial" pitchFamily="34" charset="0"/>
              </a:rPr>
              <a:t>	N’essayez pas de changer les autres.</a:t>
            </a:r>
          </a:p>
          <a:p>
            <a:pPr marL="742950" indent="-742950">
              <a:buNone/>
            </a:pPr>
            <a:r>
              <a:rPr lang="fr-FR" sz="2500" b="1" dirty="0">
                <a:latin typeface="Arial" pitchFamily="34" charset="0"/>
                <a:cs typeface="Arial" pitchFamily="34" charset="0"/>
              </a:rPr>
              <a:t>	-chaque personne est motivée, mais pour des raisons qui lui sont propres et qui ne sont pas forcément les vôtres.</a:t>
            </a:r>
          </a:p>
          <a:p>
            <a:pPr marL="742950" indent="-742950">
              <a:buNone/>
            </a:pPr>
            <a:r>
              <a:rPr lang="fr-FR" sz="2500" b="1" dirty="0">
                <a:latin typeface="Arial" pitchFamily="34" charset="0"/>
                <a:cs typeface="Arial" pitchFamily="34" charset="0"/>
              </a:rPr>
              <a:t>	-traitez les autres, non pas comme vous aimez être traité, mais comme ils ont besoin d’être traités.</a:t>
            </a:r>
          </a:p>
          <a:p>
            <a:pPr marL="742950" indent="-742950">
              <a:buNone/>
            </a:pPr>
            <a:r>
              <a:rPr lang="fr-FR" sz="2500" b="1" dirty="0">
                <a:latin typeface="Arial" pitchFamily="34" charset="0"/>
                <a:cs typeface="Arial" pitchFamily="34" charset="0"/>
              </a:rPr>
              <a:t>	-la réalité a toujours 2 faces opposées et complémentaires.</a:t>
            </a:r>
          </a:p>
          <a:p>
            <a:pPr marL="742950" indent="-742950">
              <a:buNone/>
            </a:pPr>
            <a:r>
              <a:rPr lang="fr-FR" sz="2500" b="1" dirty="0">
                <a:latin typeface="Arial" pitchFamily="34" charset="0"/>
                <a:cs typeface="Arial" pitchFamily="34" charset="0"/>
              </a:rPr>
              <a:t>	-l’autre est différent.</a:t>
            </a:r>
          </a:p>
          <a:p>
            <a:pPr marL="742950" indent="-742950">
              <a:buNone/>
            </a:pPr>
            <a:r>
              <a:rPr lang="fr-FR" sz="2500" b="1" dirty="0">
                <a:latin typeface="Arial" pitchFamily="34" charset="0"/>
                <a:cs typeface="Arial" pitchFamily="34" charset="0"/>
              </a:rPr>
              <a:t>	-il n’ y a que le changement qui ne change pas.</a:t>
            </a:r>
          </a:p>
          <a:p>
            <a:pPr marL="742950" indent="-742950">
              <a:buNone/>
            </a:pPr>
            <a:r>
              <a:rPr lang="fr-FR" sz="2500" b="1" dirty="0">
                <a:latin typeface="Arial" pitchFamily="34" charset="0"/>
                <a:cs typeface="Arial" pitchFamily="34" charset="0"/>
              </a:rPr>
              <a:t>	-nous sommes tous ambivalents, à la fois extraordinaires et misérables.</a:t>
            </a:r>
          </a:p>
          <a:p>
            <a:pPr marL="742950" indent="-742950">
              <a:buNone/>
            </a:pPr>
            <a:r>
              <a:rPr lang="fr-FR" sz="2500" b="1" dirty="0">
                <a:latin typeface="Arial" pitchFamily="34" charset="0"/>
                <a:cs typeface="Arial" pitchFamily="34" charset="0"/>
              </a:rPr>
              <a:t>	-nous ne voyons pas le monde tel qu’il est, mais tel que nous sommes.</a:t>
            </a:r>
          </a:p>
          <a:p>
            <a:pPr marL="742950" indent="-742950">
              <a:buNone/>
            </a:pPr>
            <a:r>
              <a:rPr lang="fr-FR" sz="2500" b="1" dirty="0">
                <a:latin typeface="Arial" pitchFamily="34" charset="0"/>
                <a:cs typeface="Arial" pitchFamily="34" charset="0"/>
              </a:rPr>
              <a:t>	-l’être humain accompli est celui qui a:</a:t>
            </a:r>
          </a:p>
          <a:p>
            <a:pPr marL="742950" indent="-742950">
              <a:buNone/>
            </a:pPr>
            <a:r>
              <a:rPr lang="fr-FR" sz="2500" b="1" dirty="0">
                <a:latin typeface="Arial" pitchFamily="34" charset="0"/>
                <a:cs typeface="Arial" pitchFamily="34" charset="0"/>
              </a:rPr>
              <a:t>		.la force de changer ce qu’il peut changer</a:t>
            </a:r>
          </a:p>
          <a:p>
            <a:pPr marL="742950" indent="-742950">
              <a:buNone/>
            </a:pPr>
            <a:r>
              <a:rPr lang="fr-FR" sz="2500" b="1" dirty="0">
                <a:latin typeface="Arial" pitchFamily="34" charset="0"/>
                <a:cs typeface="Arial" pitchFamily="34" charset="0"/>
              </a:rPr>
              <a:t>		.la sérénité d’accepter ce qu’il ne peut pas changer</a:t>
            </a:r>
          </a:p>
          <a:p>
            <a:pPr marL="742950" indent="-742950">
              <a:buNone/>
            </a:pPr>
            <a:r>
              <a:rPr lang="fr-FR" sz="2500" b="1" dirty="0">
                <a:latin typeface="Arial" pitchFamily="34" charset="0"/>
                <a:cs typeface="Arial" pitchFamily="34" charset="0"/>
              </a:rPr>
              <a:t>		.la sagesse d’en faire la différence (Sénèque)</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3071802" y="2500306"/>
            <a:ext cx="2500330" cy="785818"/>
          </a:xfrm>
          <a:prstGeom prst="roundRect">
            <a:avLst/>
          </a:prstGeom>
          <a:noFill/>
          <a:ln w="31750">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MANAGER</a:t>
            </a:r>
          </a:p>
        </p:txBody>
      </p:sp>
      <p:sp>
        <p:nvSpPr>
          <p:cNvPr id="9" name="Rectangle à coins arrondis 8"/>
          <p:cNvSpPr/>
          <p:nvPr/>
        </p:nvSpPr>
        <p:spPr>
          <a:xfrm>
            <a:off x="2714612" y="4429132"/>
            <a:ext cx="1357322" cy="642942"/>
          </a:xfrm>
          <a:prstGeom prst="roundRect">
            <a:avLst/>
          </a:prstGeom>
          <a:noFill/>
          <a:ln w="31750">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Flexibilité</a:t>
            </a:r>
          </a:p>
        </p:txBody>
      </p:sp>
      <p:sp>
        <p:nvSpPr>
          <p:cNvPr id="10" name="Rectangle à coins arrondis 9"/>
          <p:cNvSpPr/>
          <p:nvPr/>
        </p:nvSpPr>
        <p:spPr>
          <a:xfrm>
            <a:off x="4786314" y="4429132"/>
            <a:ext cx="1357322" cy="642942"/>
          </a:xfrm>
          <a:prstGeom prst="roundRect">
            <a:avLst/>
          </a:prstGeom>
          <a:noFill/>
          <a:ln w="31750">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Réactivité</a:t>
            </a:r>
          </a:p>
        </p:txBody>
      </p:sp>
      <p:sp>
        <p:nvSpPr>
          <p:cNvPr id="11" name="Rectangle à coins arrondis 10"/>
          <p:cNvSpPr/>
          <p:nvPr/>
        </p:nvSpPr>
        <p:spPr>
          <a:xfrm rot="5400000">
            <a:off x="6179355" y="2393149"/>
            <a:ext cx="1785950" cy="1714512"/>
          </a:xfrm>
          <a:prstGeom prst="roundRect">
            <a:avLst/>
          </a:prstGeom>
          <a:noFill/>
          <a:ln w="31750">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b="1" dirty="0">
                <a:solidFill>
                  <a:schemeClr val="tx1"/>
                </a:solidFill>
              </a:rPr>
              <a:t>Environnement</a:t>
            </a:r>
          </a:p>
          <a:p>
            <a:pPr algn="ctr"/>
            <a:r>
              <a:rPr lang="fr-FR" dirty="0">
                <a:solidFill>
                  <a:schemeClr val="tx1"/>
                </a:solidFill>
              </a:rPr>
              <a:t>Complexe</a:t>
            </a:r>
          </a:p>
          <a:p>
            <a:pPr algn="ctr"/>
            <a:r>
              <a:rPr lang="fr-FR" dirty="0">
                <a:solidFill>
                  <a:schemeClr val="tx1"/>
                </a:solidFill>
              </a:rPr>
              <a:t>Changeant Exigeant</a:t>
            </a:r>
          </a:p>
          <a:p>
            <a:pPr algn="ctr"/>
            <a:r>
              <a:rPr lang="fr-FR" dirty="0">
                <a:solidFill>
                  <a:schemeClr val="tx1"/>
                </a:solidFill>
              </a:rPr>
              <a:t>Multiple</a:t>
            </a:r>
          </a:p>
        </p:txBody>
      </p:sp>
      <p:sp>
        <p:nvSpPr>
          <p:cNvPr id="12" name="Rectangle à coins arrondis 11"/>
          <p:cNvSpPr/>
          <p:nvPr/>
        </p:nvSpPr>
        <p:spPr>
          <a:xfrm rot="5400000">
            <a:off x="785786" y="2500306"/>
            <a:ext cx="1785950" cy="1500198"/>
          </a:xfrm>
          <a:prstGeom prst="roundRect">
            <a:avLst/>
          </a:prstGeom>
          <a:noFill/>
          <a:ln w="31750">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b="1" dirty="0">
                <a:solidFill>
                  <a:schemeClr val="tx1"/>
                </a:solidFill>
              </a:rPr>
              <a:t>Problèmes</a:t>
            </a:r>
          </a:p>
          <a:p>
            <a:pPr algn="ctr"/>
            <a:r>
              <a:rPr lang="fr-FR" dirty="0">
                <a:solidFill>
                  <a:schemeClr val="tx1"/>
                </a:solidFill>
              </a:rPr>
              <a:t>Analyser</a:t>
            </a:r>
          </a:p>
          <a:p>
            <a:pPr algn="ctr"/>
            <a:r>
              <a:rPr lang="fr-FR" dirty="0">
                <a:solidFill>
                  <a:schemeClr val="tx1"/>
                </a:solidFill>
              </a:rPr>
              <a:t>Synthétiser</a:t>
            </a:r>
          </a:p>
          <a:p>
            <a:pPr algn="ctr"/>
            <a:r>
              <a:rPr lang="fr-FR" dirty="0">
                <a:solidFill>
                  <a:schemeClr val="tx1"/>
                </a:solidFill>
              </a:rPr>
              <a:t>Réguler</a:t>
            </a:r>
          </a:p>
          <a:p>
            <a:pPr algn="ctr"/>
            <a:r>
              <a:rPr lang="fr-FR" dirty="0">
                <a:solidFill>
                  <a:schemeClr val="tx1"/>
                </a:solidFill>
              </a:rPr>
              <a:t>Décider</a:t>
            </a:r>
          </a:p>
        </p:txBody>
      </p:sp>
      <p:sp>
        <p:nvSpPr>
          <p:cNvPr id="13" name="Flèche vers le bas 12"/>
          <p:cNvSpPr/>
          <p:nvPr/>
        </p:nvSpPr>
        <p:spPr>
          <a:xfrm rot="1288442">
            <a:off x="3643306" y="3571876"/>
            <a:ext cx="285752" cy="571504"/>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vers le bas 13"/>
          <p:cNvSpPr/>
          <p:nvPr/>
        </p:nvSpPr>
        <p:spPr>
          <a:xfrm rot="19428811">
            <a:off x="4929190" y="3571876"/>
            <a:ext cx="285752" cy="571504"/>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15" name="Image 14" descr="2.22 Manager c'est résoudre en permanence des problèmes">
            <a:hlinkClick r:id="rId3" tooltip="&quot;2.22 Manager c'est résoudre en permanence des problèmes&quot;"/>
          </p:cNvPr>
          <p:cNvPicPr/>
          <p:nvPr/>
        </p:nvPicPr>
        <p:blipFill>
          <a:blip r:embed="rId4"/>
          <a:srcRect/>
          <a:stretch>
            <a:fillRect/>
          </a:stretch>
        </p:blipFill>
        <p:spPr bwMode="auto">
          <a:xfrm>
            <a:off x="1428728" y="2714620"/>
            <a:ext cx="5867400" cy="3632200"/>
          </a:xfrm>
          <a:prstGeom prst="rect">
            <a:avLst/>
          </a:prstGeom>
          <a:noFill/>
          <a:ln w="9525">
            <a:noFill/>
            <a:miter lim="800000"/>
            <a:headEnd/>
            <a:tailEnd/>
          </a:ln>
        </p:spPr>
      </p:pic>
      <p:sp>
        <p:nvSpPr>
          <p:cNvPr id="16" name="ZoneTexte 15"/>
          <p:cNvSpPr txBox="1"/>
          <p:nvPr/>
        </p:nvSpPr>
        <p:spPr>
          <a:xfrm>
            <a:off x="428596" y="2214554"/>
            <a:ext cx="3357586" cy="307777"/>
          </a:xfrm>
          <a:prstGeom prst="rect">
            <a:avLst/>
          </a:prstGeom>
          <a:noFill/>
        </p:spPr>
        <p:txBody>
          <a:bodyPr wrap="square" rtlCol="0">
            <a:spAutoFit/>
          </a:bodyPr>
          <a:lstStyle/>
          <a:p>
            <a:r>
              <a:rPr lang="fr-FR" sz="1400" i="1" dirty="0">
                <a:latin typeface="Arial" pitchFamily="34" charset="0"/>
                <a:cs typeface="Arial" pitchFamily="34" charset="0"/>
              </a:rPr>
              <a:t>Cycle de vie d’un problème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857784"/>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15" name="Diagramme 14"/>
          <p:cNvGraphicFramePr/>
          <p:nvPr/>
        </p:nvGraphicFramePr>
        <p:xfrm>
          <a:off x="1500166" y="2071678"/>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ZoneTexte 15"/>
          <p:cNvSpPr txBox="1"/>
          <p:nvPr/>
        </p:nvSpPr>
        <p:spPr>
          <a:xfrm>
            <a:off x="428596" y="2000240"/>
            <a:ext cx="2357454" cy="369332"/>
          </a:xfrm>
          <a:prstGeom prst="rect">
            <a:avLst/>
          </a:prstGeom>
          <a:noFill/>
        </p:spPr>
        <p:txBody>
          <a:bodyPr wrap="square" rtlCol="0">
            <a:spAutoFit/>
          </a:bodyPr>
          <a:lstStyle/>
          <a:p>
            <a:r>
              <a:rPr lang="fr-FR" i="1" dirty="0"/>
              <a:t>Les 7 S de Mac </a:t>
            </a:r>
            <a:r>
              <a:rPr lang="fr-FR" i="1" dirty="0" err="1"/>
              <a:t>Kinsey</a:t>
            </a:r>
            <a:endParaRPr lang="fr-FR" i="1" dirty="0"/>
          </a:p>
        </p:txBody>
      </p:sp>
      <p:sp>
        <p:nvSpPr>
          <p:cNvPr id="17" name="ZoneTexte 16"/>
          <p:cNvSpPr txBox="1"/>
          <p:nvPr/>
        </p:nvSpPr>
        <p:spPr>
          <a:xfrm>
            <a:off x="7143768" y="4214818"/>
            <a:ext cx="1357322" cy="1569660"/>
          </a:xfrm>
          <a:prstGeom prst="rect">
            <a:avLst/>
          </a:prstGeom>
          <a:noFill/>
        </p:spPr>
        <p:txBody>
          <a:bodyPr wrap="square" rtlCol="0">
            <a:spAutoFit/>
          </a:bodyPr>
          <a:lstStyle/>
          <a:p>
            <a:r>
              <a:rPr lang="fr-FR" sz="1200" dirty="0"/>
              <a:t>Une entreprise est un ensemble de variables interconnectées, qui conditionnent sa performance et ses capacités de changement.</a:t>
            </a:r>
          </a:p>
        </p:txBody>
      </p:sp>
      <p:sp>
        <p:nvSpPr>
          <p:cNvPr id="18" name="ZoneTexte 17"/>
          <p:cNvSpPr txBox="1"/>
          <p:nvPr/>
        </p:nvSpPr>
        <p:spPr>
          <a:xfrm>
            <a:off x="7215206" y="2285992"/>
            <a:ext cx="1428760" cy="646331"/>
          </a:xfrm>
          <a:prstGeom prst="rect">
            <a:avLst/>
          </a:prstGeom>
          <a:noFill/>
        </p:spPr>
        <p:txBody>
          <a:bodyPr wrap="square" rtlCol="0">
            <a:spAutoFit/>
          </a:bodyPr>
          <a:lstStyle/>
          <a:p>
            <a:r>
              <a:rPr lang="fr-FR" b="1" dirty="0">
                <a:solidFill>
                  <a:srgbClr val="E95D0F"/>
                </a:solidFill>
              </a:rPr>
              <a:t>Interaction</a:t>
            </a:r>
          </a:p>
          <a:p>
            <a:r>
              <a:rPr lang="fr-FR" b="1" dirty="0">
                <a:solidFill>
                  <a:srgbClr val="E95D0F"/>
                </a:solidFill>
              </a:rPr>
              <a:t>Adéquation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fontScale="85000" lnSpcReduction="20000"/>
          </a:bodyPr>
          <a:lstStyle/>
          <a:p>
            <a:pPr marL="742950" indent="-742950">
              <a:buNone/>
            </a:pPr>
            <a:r>
              <a:rPr lang="fr-FR" sz="2800" b="1" dirty="0">
                <a:solidFill>
                  <a:srgbClr val="E2007A"/>
                </a:solidFill>
                <a:latin typeface="Arial" pitchFamily="34" charset="0"/>
                <a:cs typeface="Arial" pitchFamily="34" charset="0"/>
              </a:rPr>
              <a:t>10. Manager, c’est résoudre des problèmes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400" dirty="0">
                <a:latin typeface="Arial" pitchFamily="34" charset="0"/>
                <a:cs typeface="Arial" pitchFamily="34" charset="0"/>
              </a:rPr>
              <a:t>L’analyse des 7S aide au diagnostic de son service et de son entreprise.</a:t>
            </a:r>
          </a:p>
          <a:p>
            <a:pPr marL="742950" indent="-742950">
              <a:buNone/>
            </a:pPr>
            <a:endParaRPr lang="fr-FR" sz="2400" dirty="0">
              <a:latin typeface="Arial" pitchFamily="34" charset="0"/>
              <a:cs typeface="Arial" pitchFamily="34" charset="0"/>
            </a:endParaRPr>
          </a:p>
          <a:p>
            <a:pPr marL="742950" indent="-742950">
              <a:buNone/>
            </a:pPr>
            <a:r>
              <a:rPr lang="fr-FR" sz="2400" dirty="0">
                <a:latin typeface="Arial" pitchFamily="34" charset="0"/>
                <a:cs typeface="Arial" pitchFamily="34" charset="0"/>
              </a:rPr>
              <a:t>	1-Bâtir un questionnement autour des 7 variables</a:t>
            </a:r>
          </a:p>
          <a:p>
            <a:pPr marL="742950" indent="-742950">
              <a:buNone/>
            </a:pPr>
            <a:r>
              <a:rPr lang="fr-FR" sz="2400" dirty="0">
                <a:latin typeface="Arial" pitchFamily="34" charset="0"/>
                <a:cs typeface="Arial" pitchFamily="34" charset="0"/>
              </a:rPr>
              <a:t>	2-Recueillir des informations pour cerner les traits caractéristiques des 7 variables</a:t>
            </a:r>
          </a:p>
          <a:p>
            <a:pPr marL="742950" indent="-742950">
              <a:buNone/>
            </a:pPr>
            <a:r>
              <a:rPr lang="fr-FR" sz="2400" dirty="0">
                <a:latin typeface="Arial" pitchFamily="34" charset="0"/>
                <a:cs typeface="Arial" pitchFamily="34" charset="0"/>
              </a:rPr>
              <a:t>	3-Apprécier les points forts/points faibles</a:t>
            </a:r>
          </a:p>
          <a:p>
            <a:pPr marL="742950" indent="-742950">
              <a:buNone/>
            </a:pPr>
            <a:r>
              <a:rPr lang="fr-FR" sz="2400" dirty="0">
                <a:latin typeface="Arial" pitchFamily="34" charset="0"/>
                <a:cs typeface="Arial" pitchFamily="34" charset="0"/>
              </a:rPr>
              <a:t>	4-Vérifier la cohérence et s’assurer des renforcements mutuels entre variables</a:t>
            </a:r>
          </a:p>
          <a:p>
            <a:pPr marL="742950" indent="-742950">
              <a:buNone/>
            </a:pPr>
            <a:r>
              <a:rPr lang="fr-FR" sz="2400" dirty="0">
                <a:latin typeface="Arial" pitchFamily="34" charset="0"/>
                <a:cs typeface="Arial" pitchFamily="34" charset="0"/>
              </a:rPr>
              <a:t>	5-Proposer des voies de progrès pour améliorer la performance et la cohérence</a:t>
            </a:r>
            <a:endParaRPr lang="fr-FR" sz="2000"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857784"/>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6" name="ZoneTexte 15"/>
          <p:cNvSpPr txBox="1"/>
          <p:nvPr/>
        </p:nvSpPr>
        <p:spPr>
          <a:xfrm>
            <a:off x="428596" y="2000240"/>
            <a:ext cx="2357454" cy="369332"/>
          </a:xfrm>
          <a:prstGeom prst="rect">
            <a:avLst/>
          </a:prstGeom>
          <a:noFill/>
        </p:spPr>
        <p:txBody>
          <a:bodyPr wrap="square" rtlCol="0">
            <a:spAutoFit/>
          </a:bodyPr>
          <a:lstStyle/>
          <a:p>
            <a:r>
              <a:rPr lang="fr-FR" i="1" dirty="0"/>
              <a:t>Le modèle RSI</a:t>
            </a:r>
          </a:p>
        </p:txBody>
      </p:sp>
      <p:sp>
        <p:nvSpPr>
          <p:cNvPr id="17" name="ZoneTexte 16"/>
          <p:cNvSpPr txBox="1"/>
          <p:nvPr/>
        </p:nvSpPr>
        <p:spPr>
          <a:xfrm>
            <a:off x="6429388" y="3500438"/>
            <a:ext cx="2143140" cy="2123658"/>
          </a:xfrm>
          <a:prstGeom prst="rect">
            <a:avLst/>
          </a:prstGeom>
          <a:noFill/>
        </p:spPr>
        <p:txBody>
          <a:bodyPr wrap="square" rtlCol="0">
            <a:spAutoFit/>
          </a:bodyPr>
          <a:lstStyle/>
          <a:p>
            <a:r>
              <a:rPr lang="fr-FR" sz="1200" b="1" dirty="0"/>
              <a:t>Réalité:</a:t>
            </a:r>
            <a:r>
              <a:rPr lang="fr-FR" sz="1200" dirty="0"/>
              <a:t> voir les choses telles qu’elles sont, ne pas masquer les problèmes, avoir une veille</a:t>
            </a:r>
          </a:p>
          <a:p>
            <a:r>
              <a:rPr lang="fr-FR" sz="1200" b="1" dirty="0"/>
              <a:t>Symbolique:</a:t>
            </a:r>
            <a:r>
              <a:rPr lang="fr-FR" sz="1200" dirty="0"/>
              <a:t> lien entre les individus, en respectant les mêmes codes</a:t>
            </a:r>
          </a:p>
          <a:p>
            <a:r>
              <a:rPr lang="fr-FR" sz="1200" b="1" dirty="0"/>
              <a:t>Imaginaire: </a:t>
            </a:r>
            <a:r>
              <a:rPr lang="fr-FR" sz="1200" dirty="0"/>
              <a:t>se projeter dans l’avenir, s’identifier à l’image + de son entreprise, avoir des projets et des objectifs, </a:t>
            </a:r>
            <a:r>
              <a:rPr lang="fr-FR" sz="1200" dirty="0" err="1"/>
              <a:t>RetD</a:t>
            </a:r>
            <a:r>
              <a:rPr lang="fr-FR" sz="1200" dirty="0"/>
              <a:t>, charisme manager ou dirigeant</a:t>
            </a:r>
          </a:p>
        </p:txBody>
      </p:sp>
      <p:sp>
        <p:nvSpPr>
          <p:cNvPr id="18" name="ZoneTexte 17"/>
          <p:cNvSpPr txBox="1"/>
          <p:nvPr/>
        </p:nvSpPr>
        <p:spPr>
          <a:xfrm>
            <a:off x="4572000" y="2428868"/>
            <a:ext cx="1428760" cy="646331"/>
          </a:xfrm>
          <a:prstGeom prst="rect">
            <a:avLst/>
          </a:prstGeom>
          <a:noFill/>
        </p:spPr>
        <p:txBody>
          <a:bodyPr wrap="square" rtlCol="0">
            <a:spAutoFit/>
          </a:bodyPr>
          <a:lstStyle/>
          <a:p>
            <a:r>
              <a:rPr lang="fr-FR" b="1" dirty="0">
                <a:solidFill>
                  <a:srgbClr val="E95D0F"/>
                </a:solidFill>
              </a:rPr>
              <a:t>Equilibre de l’entreprise</a:t>
            </a:r>
          </a:p>
        </p:txBody>
      </p:sp>
      <p:graphicFrame>
        <p:nvGraphicFramePr>
          <p:cNvPr id="11" name="Diagramme 10"/>
          <p:cNvGraphicFramePr/>
          <p:nvPr/>
        </p:nvGraphicFramePr>
        <p:xfrm>
          <a:off x="857224" y="1928802"/>
          <a:ext cx="5262578" cy="3817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Flèche vers le bas 11"/>
          <p:cNvSpPr/>
          <p:nvPr/>
        </p:nvSpPr>
        <p:spPr>
          <a:xfrm rot="2842605">
            <a:off x="4096990" y="2963997"/>
            <a:ext cx="307076" cy="1367859"/>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000" dirty="0">
                <a:latin typeface="Arial" pitchFamily="34" charset="0"/>
                <a:cs typeface="Arial" pitchFamily="34" charset="0"/>
              </a:rPr>
              <a:t>L’analyse du RSI aide à identifier le niveau d’équilibre de l’entreprise</a:t>
            </a:r>
          </a:p>
          <a:p>
            <a:pPr marL="742950" indent="-742950">
              <a:buNone/>
            </a:pPr>
            <a:r>
              <a:rPr lang="fr-FR" sz="2000" dirty="0">
                <a:latin typeface="Arial" pitchFamily="34" charset="0"/>
                <a:cs typeface="Arial" pitchFamily="34" charset="0"/>
              </a:rPr>
              <a:t>	1-Analyse des 3 variables</a:t>
            </a:r>
          </a:p>
          <a:p>
            <a:pPr marL="742950" indent="-742950">
              <a:buNone/>
            </a:pPr>
            <a:r>
              <a:rPr lang="fr-FR" sz="2000" dirty="0">
                <a:latin typeface="Arial" pitchFamily="34" charset="0"/>
                <a:cs typeface="Arial" pitchFamily="34" charset="0"/>
              </a:rPr>
              <a:t>	2-Recueil des disfonctionnements:</a:t>
            </a:r>
          </a:p>
          <a:p>
            <a:pPr marL="742950" indent="-742950">
              <a:buNone/>
            </a:pPr>
            <a:r>
              <a:rPr lang="fr-FR" sz="2000" dirty="0">
                <a:latin typeface="Arial" pitchFamily="34" charset="0"/>
                <a:cs typeface="Arial" pitchFamily="34" charset="0"/>
              </a:rPr>
              <a:t>	-négation de la réalité</a:t>
            </a:r>
          </a:p>
          <a:p>
            <a:pPr marL="742950" indent="-742950">
              <a:buNone/>
            </a:pPr>
            <a:r>
              <a:rPr lang="fr-FR" sz="2000" dirty="0">
                <a:latin typeface="Arial" pitchFamily="34" charset="0"/>
                <a:cs typeface="Arial" pitchFamily="34" charset="0"/>
              </a:rPr>
              <a:t>	-hypertrophie du symbolique</a:t>
            </a:r>
          </a:p>
          <a:p>
            <a:pPr marL="742950" indent="-742950">
              <a:buNone/>
            </a:pPr>
            <a:r>
              <a:rPr lang="fr-FR" sz="2000" dirty="0">
                <a:latin typeface="Arial" pitchFamily="34" charset="0"/>
                <a:cs typeface="Arial" pitchFamily="34" charset="0"/>
              </a:rPr>
              <a:t>	-hypotrophie de l’imaginaire</a:t>
            </a:r>
          </a:p>
          <a:p>
            <a:pPr marL="742950" indent="-742950">
              <a:buNone/>
            </a:pPr>
            <a:r>
              <a:rPr lang="fr-FR" sz="2400" dirty="0">
                <a:latin typeface="Arial" pitchFamily="34" charset="0"/>
                <a:cs typeface="Arial" pitchFamily="34" charset="0"/>
              </a:rPr>
              <a:t>	</a:t>
            </a: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357298"/>
            <a:ext cx="8229600" cy="4857784"/>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6" name="ZoneTexte 15"/>
          <p:cNvSpPr txBox="1"/>
          <p:nvPr/>
        </p:nvSpPr>
        <p:spPr>
          <a:xfrm>
            <a:off x="357158" y="1785926"/>
            <a:ext cx="2571768" cy="369332"/>
          </a:xfrm>
          <a:prstGeom prst="rect">
            <a:avLst/>
          </a:prstGeom>
          <a:noFill/>
        </p:spPr>
        <p:txBody>
          <a:bodyPr wrap="square" rtlCol="0">
            <a:spAutoFit/>
          </a:bodyPr>
          <a:lstStyle/>
          <a:p>
            <a:r>
              <a:rPr lang="fr-FR" i="1" dirty="0"/>
              <a:t>Le modèle de régulation</a:t>
            </a:r>
          </a:p>
        </p:txBody>
      </p:sp>
      <p:sp>
        <p:nvSpPr>
          <p:cNvPr id="17" name="ZoneTexte 16"/>
          <p:cNvSpPr txBox="1"/>
          <p:nvPr/>
        </p:nvSpPr>
        <p:spPr>
          <a:xfrm>
            <a:off x="7143768" y="4857760"/>
            <a:ext cx="1357322" cy="1015663"/>
          </a:xfrm>
          <a:prstGeom prst="rect">
            <a:avLst/>
          </a:prstGeom>
          <a:noFill/>
        </p:spPr>
        <p:txBody>
          <a:bodyPr wrap="square" rtlCol="0">
            <a:spAutoFit/>
          </a:bodyPr>
          <a:lstStyle/>
          <a:p>
            <a:r>
              <a:rPr lang="fr-FR" sz="1200" dirty="0"/>
              <a:t>Pour analyser le disfonctionnement d’une action sans oublier l’une des causes.</a:t>
            </a:r>
          </a:p>
        </p:txBody>
      </p:sp>
      <p:sp>
        <p:nvSpPr>
          <p:cNvPr id="18" name="ZoneTexte 17"/>
          <p:cNvSpPr txBox="1"/>
          <p:nvPr/>
        </p:nvSpPr>
        <p:spPr>
          <a:xfrm>
            <a:off x="2857488" y="2143116"/>
            <a:ext cx="714380" cy="369332"/>
          </a:xfrm>
          <a:prstGeom prst="rect">
            <a:avLst/>
          </a:prstGeom>
          <a:noFill/>
        </p:spPr>
        <p:txBody>
          <a:bodyPr wrap="square" rtlCol="0">
            <a:spAutoFit/>
          </a:bodyPr>
          <a:lstStyle/>
          <a:p>
            <a:r>
              <a:rPr lang="fr-FR" b="1" dirty="0">
                <a:solidFill>
                  <a:srgbClr val="E95D0F"/>
                </a:solidFill>
              </a:rPr>
              <a:t>Ecart</a:t>
            </a:r>
          </a:p>
        </p:txBody>
      </p:sp>
      <p:graphicFrame>
        <p:nvGraphicFramePr>
          <p:cNvPr id="11" name="Diagramme 10"/>
          <p:cNvGraphicFramePr/>
          <p:nvPr/>
        </p:nvGraphicFramePr>
        <p:xfrm>
          <a:off x="1357290" y="200024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à coins arrondis 11"/>
          <p:cNvSpPr/>
          <p:nvPr/>
        </p:nvSpPr>
        <p:spPr>
          <a:xfrm>
            <a:off x="928662" y="2643182"/>
            <a:ext cx="642942" cy="3643338"/>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rgbClr val="E95D0F"/>
                </a:solidFill>
              </a:rPr>
              <a:t>E</a:t>
            </a:r>
          </a:p>
          <a:p>
            <a:pPr algn="ctr"/>
            <a:r>
              <a:rPr lang="fr-FR" dirty="0">
                <a:solidFill>
                  <a:srgbClr val="E95D0F"/>
                </a:solidFill>
              </a:rPr>
              <a:t>N</a:t>
            </a:r>
          </a:p>
          <a:p>
            <a:pPr algn="ctr"/>
            <a:r>
              <a:rPr lang="fr-FR" dirty="0">
                <a:solidFill>
                  <a:srgbClr val="E95D0F"/>
                </a:solidFill>
              </a:rPr>
              <a:t>V</a:t>
            </a:r>
          </a:p>
          <a:p>
            <a:pPr algn="ctr"/>
            <a:r>
              <a:rPr lang="fr-FR" dirty="0">
                <a:solidFill>
                  <a:srgbClr val="E95D0F"/>
                </a:solidFill>
              </a:rPr>
              <a:t>I</a:t>
            </a:r>
          </a:p>
          <a:p>
            <a:pPr algn="ctr"/>
            <a:r>
              <a:rPr lang="fr-FR" dirty="0">
                <a:solidFill>
                  <a:srgbClr val="E95D0F"/>
                </a:solidFill>
              </a:rPr>
              <a:t>R</a:t>
            </a:r>
          </a:p>
          <a:p>
            <a:pPr algn="ctr"/>
            <a:r>
              <a:rPr lang="fr-FR" dirty="0">
                <a:solidFill>
                  <a:srgbClr val="E95D0F"/>
                </a:solidFill>
              </a:rPr>
              <a:t>O</a:t>
            </a:r>
          </a:p>
          <a:p>
            <a:pPr algn="ctr"/>
            <a:r>
              <a:rPr lang="fr-FR" dirty="0">
                <a:solidFill>
                  <a:srgbClr val="E95D0F"/>
                </a:solidFill>
              </a:rPr>
              <a:t>N</a:t>
            </a:r>
          </a:p>
          <a:p>
            <a:pPr algn="ctr"/>
            <a:r>
              <a:rPr lang="fr-FR" dirty="0">
                <a:solidFill>
                  <a:srgbClr val="E95D0F"/>
                </a:solidFill>
              </a:rPr>
              <a:t>N</a:t>
            </a:r>
          </a:p>
          <a:p>
            <a:pPr algn="ctr"/>
            <a:r>
              <a:rPr lang="fr-FR" dirty="0">
                <a:solidFill>
                  <a:srgbClr val="E95D0F"/>
                </a:solidFill>
              </a:rPr>
              <a:t>E</a:t>
            </a:r>
          </a:p>
          <a:p>
            <a:pPr algn="ctr"/>
            <a:r>
              <a:rPr lang="fr-FR" dirty="0">
                <a:solidFill>
                  <a:srgbClr val="E95D0F"/>
                </a:solidFill>
              </a:rPr>
              <a:t>M</a:t>
            </a:r>
          </a:p>
          <a:p>
            <a:pPr algn="ctr"/>
            <a:r>
              <a:rPr lang="fr-FR" dirty="0">
                <a:solidFill>
                  <a:srgbClr val="E95D0F"/>
                </a:solidFill>
              </a:rPr>
              <a:t>E</a:t>
            </a:r>
          </a:p>
          <a:p>
            <a:pPr algn="ctr"/>
            <a:r>
              <a:rPr lang="fr-FR" dirty="0">
                <a:solidFill>
                  <a:srgbClr val="E95D0F"/>
                </a:solidFill>
              </a:rPr>
              <a:t>N</a:t>
            </a:r>
          </a:p>
          <a:p>
            <a:pPr algn="ctr"/>
            <a:r>
              <a:rPr lang="fr-FR" dirty="0">
                <a:solidFill>
                  <a:srgbClr val="E95D0F"/>
                </a:solidFill>
              </a:rPr>
              <a:t>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000" dirty="0">
                <a:latin typeface="Arial" pitchFamily="34" charset="0"/>
                <a:cs typeface="Arial" pitchFamily="34" charset="0"/>
              </a:rPr>
              <a:t>L’analyse du RSI aide à identifier le niveau d’équilibre de l’entreprise</a:t>
            </a:r>
          </a:p>
          <a:p>
            <a:pPr marL="742950" indent="-742950">
              <a:buNone/>
            </a:pPr>
            <a:r>
              <a:rPr lang="fr-FR" sz="2000" dirty="0">
                <a:latin typeface="Arial" pitchFamily="34" charset="0"/>
                <a:cs typeface="Arial" pitchFamily="34" charset="0"/>
              </a:rPr>
              <a:t>	1-Identification de chacun des éléments</a:t>
            </a:r>
          </a:p>
          <a:p>
            <a:pPr marL="742950" indent="-742950">
              <a:buNone/>
            </a:pPr>
            <a:r>
              <a:rPr lang="fr-FR" sz="2000" dirty="0">
                <a:latin typeface="Arial" pitchFamily="34" charset="0"/>
                <a:cs typeface="Arial" pitchFamily="34" charset="0"/>
              </a:rPr>
              <a:t>	2-Analyse de chaque élément</a:t>
            </a:r>
          </a:p>
          <a:p>
            <a:pPr marL="742950" indent="-742950">
              <a:buNone/>
            </a:pPr>
            <a:r>
              <a:rPr lang="fr-FR" sz="2000" dirty="0">
                <a:latin typeface="Arial" pitchFamily="34" charset="0"/>
                <a:cs typeface="Arial" pitchFamily="34" charset="0"/>
              </a:rPr>
              <a:t>	3-Recherche d’une solution pour réguler le système</a:t>
            </a:r>
          </a:p>
          <a:p>
            <a:pPr marL="742950" indent="-742950">
              <a:buNone/>
            </a:pPr>
            <a:r>
              <a:rPr lang="fr-FR" sz="2000" dirty="0">
                <a:latin typeface="Arial" pitchFamily="34" charset="0"/>
                <a:cs typeface="Arial" pitchFamily="34" charset="0"/>
              </a:rPr>
              <a:t>	</a:t>
            </a:r>
            <a:r>
              <a:rPr lang="fr-FR" sz="2400" dirty="0">
                <a:latin typeface="Arial" pitchFamily="34" charset="0"/>
                <a:cs typeface="Arial" pitchFamily="34" charset="0"/>
              </a:rPr>
              <a:t>	</a:t>
            </a: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fontScale="92500" lnSpcReduction="20000"/>
          </a:bodyPr>
          <a:lstStyle/>
          <a:p>
            <a:pPr marL="742950" indent="-742950">
              <a:buNone/>
            </a:pPr>
            <a:r>
              <a:rPr lang="fr-FR" sz="2400" b="1" dirty="0">
                <a:solidFill>
                  <a:srgbClr val="E2007A"/>
                </a:solidFill>
                <a:latin typeface="Arial" pitchFamily="34" charset="0"/>
                <a:cs typeface="Arial" pitchFamily="34" charset="0"/>
              </a:rPr>
              <a:t>11.   La répartition du temps du manager</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200" dirty="0">
                <a:latin typeface="Arial" pitchFamily="34" charset="0"/>
                <a:cs typeface="Arial" pitchFamily="34" charset="0"/>
              </a:rPr>
              <a:t>Nombreuses sont les tâches du manager:</a:t>
            </a:r>
          </a:p>
          <a:p>
            <a:pPr marL="742950" indent="-742950">
              <a:buNone/>
            </a:pPr>
            <a:r>
              <a:rPr lang="fr-FR" sz="2200" dirty="0">
                <a:latin typeface="Arial" pitchFamily="34" charset="0"/>
                <a:cs typeface="Arial" pitchFamily="34" charset="0"/>
              </a:rPr>
              <a:t>Il doit savoir </a:t>
            </a:r>
            <a:r>
              <a:rPr lang="fr-FR" sz="2200" b="1" dirty="0">
                <a:latin typeface="Arial" pitchFamily="34" charset="0"/>
                <a:cs typeface="Arial" pitchFamily="34" charset="0"/>
              </a:rPr>
              <a:t>PRIORISER</a:t>
            </a:r>
            <a:r>
              <a:rPr lang="fr-FR" sz="2200" dirty="0">
                <a:latin typeface="Arial" pitchFamily="34" charset="0"/>
                <a:cs typeface="Arial" pitchFamily="34" charset="0"/>
              </a:rPr>
              <a:t> ses actions et </a:t>
            </a:r>
            <a:r>
              <a:rPr lang="fr-FR" sz="2200" b="1" dirty="0">
                <a:latin typeface="Arial" pitchFamily="34" charset="0"/>
                <a:cs typeface="Arial" pitchFamily="34" charset="0"/>
              </a:rPr>
              <a:t>HIERARCHISER</a:t>
            </a:r>
            <a:r>
              <a:rPr lang="fr-FR" sz="2200" dirty="0">
                <a:latin typeface="Arial" pitchFamily="34" charset="0"/>
                <a:cs typeface="Arial" pitchFamily="34" charset="0"/>
              </a:rPr>
              <a:t> ses tâches.</a:t>
            </a:r>
          </a:p>
          <a:p>
            <a:pPr marL="742950" indent="-742950">
              <a:buNone/>
            </a:pPr>
            <a:endParaRPr lang="fr-FR" dirty="0">
              <a:latin typeface="Arial" pitchFamily="34" charset="0"/>
              <a:cs typeface="Arial" pitchFamily="34" charset="0"/>
            </a:endParaRPr>
          </a:p>
          <a:p>
            <a:pPr>
              <a:buClr>
                <a:srgbClr val="D4D600"/>
              </a:buClr>
              <a:buFont typeface="Wingdings" pitchFamily="2" charset="2"/>
              <a:buChar char="§"/>
            </a:pPr>
            <a:r>
              <a:rPr lang="fr-FR" sz="2200" dirty="0">
                <a:latin typeface="Arial" pitchFamily="34" charset="0"/>
                <a:cs typeface="Arial" pitchFamily="34" charset="0"/>
              </a:rPr>
              <a:t>Etudier ses activités et identifier le temps consacré à chacune</a:t>
            </a:r>
          </a:p>
          <a:p>
            <a:pPr>
              <a:buClr>
                <a:srgbClr val="D4D600"/>
              </a:buClr>
              <a:buNone/>
            </a:pPr>
            <a:r>
              <a:rPr lang="fr-FR" sz="2200" dirty="0">
                <a:latin typeface="Arial" pitchFamily="34" charset="0"/>
                <a:cs typeface="Arial" pitchFamily="34" charset="0"/>
              </a:rPr>
              <a:t>	-recenser les activités</a:t>
            </a:r>
          </a:p>
          <a:p>
            <a:pPr>
              <a:buClr>
                <a:srgbClr val="D4D600"/>
              </a:buClr>
              <a:buNone/>
            </a:pPr>
            <a:r>
              <a:rPr lang="fr-FR" sz="2200" dirty="0">
                <a:latin typeface="Arial" pitchFamily="34" charset="0"/>
                <a:cs typeface="Arial" pitchFamily="34" charset="0"/>
              </a:rPr>
              <a:t>	-mesurer le critère « valeur ajoutée »: complexité, degré de concentration</a:t>
            </a:r>
          </a:p>
          <a:p>
            <a:pPr>
              <a:buClr>
                <a:srgbClr val="D4D600"/>
              </a:buClr>
              <a:buNone/>
            </a:pPr>
            <a:r>
              <a:rPr lang="fr-FR" sz="2200" dirty="0">
                <a:latin typeface="Arial" pitchFamily="34" charset="0"/>
                <a:cs typeface="Arial" pitchFamily="34" charset="0"/>
              </a:rPr>
              <a:t>	-mesurer le critère « urgence »</a:t>
            </a:r>
          </a:p>
          <a:p>
            <a:pPr>
              <a:buClr>
                <a:srgbClr val="D4D600"/>
              </a:buClr>
              <a:buNone/>
            </a:pPr>
            <a:r>
              <a:rPr lang="fr-FR" sz="2200" dirty="0">
                <a:latin typeface="Arial" pitchFamily="34" charset="0"/>
                <a:cs typeface="Arial" pitchFamily="34" charset="0"/>
              </a:rPr>
              <a:t>	-mesurer le critère « plaisir »: degré de satisfaction pour réaliser la tâche</a:t>
            </a:r>
          </a:p>
          <a:p>
            <a:pPr>
              <a:buClr>
                <a:srgbClr val="D4D600"/>
              </a:buClr>
            </a:pPr>
            <a:r>
              <a:rPr lang="fr-FR" sz="2200" dirty="0">
                <a:latin typeface="Arial" pitchFamily="34" charset="0"/>
                <a:cs typeface="Arial" pitchFamily="34" charset="0"/>
              </a:rPr>
              <a:t>Organiser une délégation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11.   La répartition du temps du manager</a:t>
            </a:r>
          </a:p>
          <a:p>
            <a:pPr marL="742950" indent="-742950">
              <a:buNone/>
            </a:pPr>
            <a:endParaRPr lang="fr-FR" sz="2400" b="1" dirty="0">
              <a:solidFill>
                <a:srgbClr val="E2007A"/>
              </a:solidFill>
              <a:latin typeface="Arial" pitchFamily="34" charset="0"/>
              <a:cs typeface="Arial" pitchFamily="34" charset="0"/>
            </a:endParaRPr>
          </a:p>
          <a:p>
            <a:pPr marL="742950" indent="-742950">
              <a:buNone/>
            </a:pPr>
            <a:endParaRPr lang="fr-FR" sz="22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Tableau 7"/>
          <p:cNvGraphicFramePr>
            <a:graphicFrameLocks noGrp="1"/>
          </p:cNvGraphicFramePr>
          <p:nvPr/>
        </p:nvGraphicFramePr>
        <p:xfrm>
          <a:off x="785786" y="2786058"/>
          <a:ext cx="7358118" cy="2793719"/>
        </p:xfrm>
        <a:graphic>
          <a:graphicData uri="http://schemas.openxmlformats.org/drawingml/2006/table">
            <a:tbl>
              <a:tblPr firstRow="1" bandRow="1">
                <a:tableStyleId>{5C22544A-7EE6-4342-B048-85BDC9FD1C3A}</a:tableStyleId>
              </a:tblPr>
              <a:tblGrid>
                <a:gridCol w="1285886">
                  <a:extLst>
                    <a:ext uri="{9D8B030D-6E8A-4147-A177-3AD203B41FA5}">
                      <a16:colId xmlns:a16="http://schemas.microsoft.com/office/drawing/2014/main" val="20000"/>
                    </a:ext>
                  </a:extLst>
                </a:gridCol>
                <a:gridCol w="1166820">
                  <a:extLst>
                    <a:ext uri="{9D8B030D-6E8A-4147-A177-3AD203B41FA5}">
                      <a16:colId xmlns:a16="http://schemas.microsoft.com/office/drawing/2014/main" val="20001"/>
                    </a:ext>
                  </a:extLst>
                </a:gridCol>
                <a:gridCol w="1226353">
                  <a:extLst>
                    <a:ext uri="{9D8B030D-6E8A-4147-A177-3AD203B41FA5}">
                      <a16:colId xmlns:a16="http://schemas.microsoft.com/office/drawing/2014/main" val="20002"/>
                    </a:ext>
                  </a:extLst>
                </a:gridCol>
                <a:gridCol w="1226353">
                  <a:extLst>
                    <a:ext uri="{9D8B030D-6E8A-4147-A177-3AD203B41FA5}">
                      <a16:colId xmlns:a16="http://schemas.microsoft.com/office/drawing/2014/main" val="20003"/>
                    </a:ext>
                  </a:extLst>
                </a:gridCol>
                <a:gridCol w="1226353">
                  <a:extLst>
                    <a:ext uri="{9D8B030D-6E8A-4147-A177-3AD203B41FA5}">
                      <a16:colId xmlns:a16="http://schemas.microsoft.com/office/drawing/2014/main" val="20004"/>
                    </a:ext>
                  </a:extLst>
                </a:gridCol>
                <a:gridCol w="1226353">
                  <a:extLst>
                    <a:ext uri="{9D8B030D-6E8A-4147-A177-3AD203B41FA5}">
                      <a16:colId xmlns:a16="http://schemas.microsoft.com/office/drawing/2014/main" val="20005"/>
                    </a:ext>
                  </a:extLst>
                </a:gridCol>
              </a:tblGrid>
              <a:tr h="714380">
                <a:tc rowSpan="2">
                  <a:txBody>
                    <a:bodyPr/>
                    <a:lstStyle/>
                    <a:p>
                      <a:pPr algn="ctr"/>
                      <a:r>
                        <a:rPr lang="fr-FR" dirty="0"/>
                        <a:t>Activités</a:t>
                      </a:r>
                    </a:p>
                  </a:txBody>
                  <a:tcPr>
                    <a:solidFill>
                      <a:srgbClr val="D4D600"/>
                    </a:solidFill>
                  </a:tcPr>
                </a:tc>
                <a:tc rowSpan="2">
                  <a:txBody>
                    <a:bodyPr/>
                    <a:lstStyle/>
                    <a:p>
                      <a:pPr algn="ctr"/>
                      <a:r>
                        <a:rPr lang="fr-FR" dirty="0"/>
                        <a:t>Temps</a:t>
                      </a:r>
                    </a:p>
                  </a:txBody>
                  <a:tcPr>
                    <a:solidFill>
                      <a:srgbClr val="D4D600"/>
                    </a:solidFill>
                  </a:tcPr>
                </a:tc>
                <a:tc>
                  <a:txBody>
                    <a:bodyPr/>
                    <a:lstStyle/>
                    <a:p>
                      <a:pPr algn="ctr"/>
                      <a:r>
                        <a:rPr lang="fr-FR" dirty="0">
                          <a:solidFill>
                            <a:schemeClr val="bg1"/>
                          </a:solidFill>
                        </a:rPr>
                        <a:t>Valeur</a:t>
                      </a:r>
                      <a:r>
                        <a:rPr lang="fr-FR" baseline="0" dirty="0">
                          <a:solidFill>
                            <a:schemeClr val="bg1"/>
                          </a:solidFill>
                        </a:rPr>
                        <a:t> ajoutée</a:t>
                      </a:r>
                      <a:endParaRPr lang="fr-FR" dirty="0">
                        <a:solidFill>
                          <a:schemeClr val="bg1"/>
                        </a:solidFill>
                      </a:endParaRPr>
                    </a:p>
                  </a:txBody>
                  <a:tcPr>
                    <a:solidFill>
                      <a:srgbClr val="D4D600"/>
                    </a:solidFill>
                  </a:tcPr>
                </a:tc>
                <a:tc>
                  <a:txBody>
                    <a:bodyPr/>
                    <a:lstStyle/>
                    <a:p>
                      <a:pPr algn="ctr"/>
                      <a:r>
                        <a:rPr lang="fr-FR" dirty="0">
                          <a:solidFill>
                            <a:schemeClr val="bg1"/>
                          </a:solidFill>
                        </a:rPr>
                        <a:t>Urgence</a:t>
                      </a:r>
                    </a:p>
                  </a:txBody>
                  <a:tcPr>
                    <a:solidFill>
                      <a:srgbClr val="D4D600"/>
                    </a:solidFill>
                  </a:tcPr>
                </a:tc>
                <a:tc>
                  <a:txBody>
                    <a:bodyPr/>
                    <a:lstStyle/>
                    <a:p>
                      <a:pPr algn="ctr"/>
                      <a:r>
                        <a:rPr lang="fr-FR" dirty="0">
                          <a:solidFill>
                            <a:schemeClr val="bg1"/>
                          </a:solidFill>
                        </a:rPr>
                        <a:t>Plaisir</a:t>
                      </a:r>
                    </a:p>
                  </a:txBody>
                  <a:tcPr>
                    <a:solidFill>
                      <a:srgbClr val="D4D600"/>
                    </a:solidFill>
                  </a:tcPr>
                </a:tc>
                <a:tc rowSpan="2">
                  <a:txBody>
                    <a:bodyPr/>
                    <a:lstStyle/>
                    <a:p>
                      <a:pPr algn="ctr"/>
                      <a:r>
                        <a:rPr lang="fr-FR" dirty="0"/>
                        <a:t>Délégation</a:t>
                      </a:r>
                    </a:p>
                  </a:txBody>
                  <a:tcPr>
                    <a:solidFill>
                      <a:srgbClr val="D4D600"/>
                    </a:solidFill>
                  </a:tcPr>
                </a:tc>
                <a:extLst>
                  <a:ext uri="{0D108BD9-81ED-4DB2-BD59-A6C34878D82A}">
                    <a16:rowId xmlns:a16="http://schemas.microsoft.com/office/drawing/2014/main" val="10000"/>
                  </a:ext>
                </a:extLst>
              </a:tr>
              <a:tr h="357190">
                <a:tc vMerge="1">
                  <a:txBody>
                    <a:bodyPr/>
                    <a:lstStyle/>
                    <a:p>
                      <a:endParaRPr lang="fr-FR" dirty="0"/>
                    </a:p>
                  </a:txBody>
                  <a:tcPr/>
                </a:tc>
                <a:tc vMerge="1">
                  <a:txBody>
                    <a:bodyPr/>
                    <a:lstStyle/>
                    <a:p>
                      <a:endParaRPr lang="fr-FR" dirty="0"/>
                    </a:p>
                  </a:txBody>
                  <a:tcPr/>
                </a:tc>
                <a:tc>
                  <a:txBody>
                    <a:bodyPr/>
                    <a:lstStyle/>
                    <a:p>
                      <a:r>
                        <a:rPr lang="fr-FR" sz="1050" dirty="0">
                          <a:solidFill>
                            <a:schemeClr val="bg1"/>
                          </a:solidFill>
                        </a:rPr>
                        <a:t>Fort/moyen/faible</a:t>
                      </a:r>
                    </a:p>
                  </a:txBody>
                  <a:tcPr>
                    <a:solidFill>
                      <a:srgbClr val="D4D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dirty="0">
                          <a:solidFill>
                            <a:schemeClr val="bg1"/>
                          </a:solidFill>
                        </a:rPr>
                        <a:t>Fort/moyen/faible</a:t>
                      </a:r>
                    </a:p>
                    <a:p>
                      <a:endParaRPr lang="fr-FR" sz="1050" dirty="0">
                        <a:solidFill>
                          <a:schemeClr val="bg1"/>
                        </a:solidFill>
                      </a:endParaRPr>
                    </a:p>
                  </a:txBody>
                  <a:tcPr>
                    <a:solidFill>
                      <a:srgbClr val="D4D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dirty="0">
                          <a:solidFill>
                            <a:schemeClr val="bg1"/>
                          </a:solidFill>
                        </a:rPr>
                        <a:t>Fort/moyen/faible</a:t>
                      </a:r>
                    </a:p>
                    <a:p>
                      <a:endParaRPr lang="fr-FR" sz="1050" dirty="0">
                        <a:solidFill>
                          <a:schemeClr val="bg1"/>
                        </a:solidFill>
                      </a:endParaRPr>
                    </a:p>
                  </a:txBody>
                  <a:tcPr>
                    <a:solidFill>
                      <a:srgbClr val="D4D600"/>
                    </a:solidFill>
                  </a:tcPr>
                </a:tc>
                <a:tc vMerge="1">
                  <a:txBody>
                    <a:bodyPr/>
                    <a:lstStyle/>
                    <a:p>
                      <a:endParaRPr lang="fr-FR" dirty="0"/>
                    </a:p>
                  </a:txBody>
                  <a:tcPr/>
                </a:tc>
                <a:extLst>
                  <a:ext uri="{0D108BD9-81ED-4DB2-BD59-A6C34878D82A}">
                    <a16:rowId xmlns:a16="http://schemas.microsoft.com/office/drawing/2014/main" val="10001"/>
                  </a:ext>
                </a:extLst>
              </a:tr>
              <a:tr h="1667859">
                <a:tc>
                  <a:txBody>
                    <a:bodyPr/>
                    <a:lstStyle/>
                    <a:p>
                      <a:r>
                        <a:rPr lang="fr-FR" dirty="0"/>
                        <a:t>Répertorier chacune de</a:t>
                      </a:r>
                      <a:r>
                        <a:rPr lang="fr-FR" baseline="0" dirty="0"/>
                        <a:t> vos activités</a:t>
                      </a:r>
                      <a:endParaRPr lang="fr-FR" dirty="0"/>
                    </a:p>
                  </a:txBody>
                  <a:tcPr>
                    <a:solidFill>
                      <a:srgbClr val="D4D600"/>
                    </a:solidFill>
                  </a:tcPr>
                </a:tc>
                <a:tc>
                  <a:txBody>
                    <a:bodyPr/>
                    <a:lstStyle/>
                    <a:p>
                      <a:r>
                        <a:rPr lang="fr-FR" dirty="0"/>
                        <a:t>Noter le temps consacré</a:t>
                      </a:r>
                    </a:p>
                  </a:txBody>
                  <a:tcPr>
                    <a:solidFill>
                      <a:srgbClr val="D4D600"/>
                    </a:solidFill>
                  </a:tcPr>
                </a:tc>
                <a:tc>
                  <a:txBody>
                    <a:bodyPr/>
                    <a:lstStyle/>
                    <a:p>
                      <a:r>
                        <a:rPr lang="fr-FR" dirty="0"/>
                        <a:t>Votre apport en</a:t>
                      </a:r>
                      <a:r>
                        <a:rPr lang="fr-FR" baseline="0" dirty="0"/>
                        <a:t> valeur ajoutée</a:t>
                      </a:r>
                      <a:endParaRPr lang="fr-FR" dirty="0"/>
                    </a:p>
                  </a:txBody>
                  <a:tcPr>
                    <a:solidFill>
                      <a:srgbClr val="D4D600"/>
                    </a:solidFill>
                  </a:tcPr>
                </a:tc>
                <a:tc>
                  <a:txBody>
                    <a:bodyPr/>
                    <a:lstStyle/>
                    <a:p>
                      <a:r>
                        <a:rPr lang="fr-FR" dirty="0"/>
                        <a:t>Quelle urgence?</a:t>
                      </a:r>
                    </a:p>
                  </a:txBody>
                  <a:tcPr>
                    <a:solidFill>
                      <a:srgbClr val="D4D600"/>
                    </a:solidFill>
                  </a:tcPr>
                </a:tc>
                <a:tc>
                  <a:txBody>
                    <a:bodyPr/>
                    <a:lstStyle/>
                    <a:p>
                      <a:r>
                        <a:rPr lang="fr-FR" dirty="0"/>
                        <a:t>Quel plaisir  y prend-on?</a:t>
                      </a:r>
                    </a:p>
                  </a:txBody>
                  <a:tcPr>
                    <a:solidFill>
                      <a:srgbClr val="D4D600"/>
                    </a:solidFill>
                  </a:tcPr>
                </a:tc>
                <a:tc>
                  <a:txBody>
                    <a:bodyPr/>
                    <a:lstStyle/>
                    <a:p>
                      <a:r>
                        <a:rPr lang="fr-FR" dirty="0"/>
                        <a:t>Ce qui est </a:t>
                      </a:r>
                      <a:r>
                        <a:rPr lang="fr-FR" dirty="0" err="1"/>
                        <a:t>déléguable</a:t>
                      </a:r>
                      <a:r>
                        <a:rPr lang="fr-FR" dirty="0"/>
                        <a:t> ou non?</a:t>
                      </a:r>
                    </a:p>
                  </a:txBody>
                  <a:tcPr>
                    <a:solidFill>
                      <a:srgbClr val="D4D600"/>
                    </a:solidFill>
                  </a:tcPr>
                </a:tc>
                <a:extLst>
                  <a:ext uri="{0D108BD9-81ED-4DB2-BD59-A6C34878D82A}">
                    <a16:rowId xmlns:a16="http://schemas.microsoft.com/office/drawing/2014/main" val="10002"/>
                  </a:ext>
                </a:extLst>
              </a:tr>
            </a:tbl>
          </a:graphicData>
        </a:graphic>
      </p:graphicFrame>
      <p:sp>
        <p:nvSpPr>
          <p:cNvPr id="9" name="ZoneTexte 8"/>
          <p:cNvSpPr txBox="1"/>
          <p:nvPr/>
        </p:nvSpPr>
        <p:spPr>
          <a:xfrm>
            <a:off x="571472" y="2285992"/>
            <a:ext cx="3143272" cy="369332"/>
          </a:xfrm>
          <a:prstGeom prst="rect">
            <a:avLst/>
          </a:prstGeom>
          <a:noFill/>
        </p:spPr>
        <p:txBody>
          <a:bodyPr wrap="square" rtlCol="0">
            <a:spAutoFit/>
          </a:bodyPr>
          <a:lstStyle/>
          <a:p>
            <a:r>
              <a:rPr lang="fr-FR" i="1" dirty="0">
                <a:latin typeface="Arial" pitchFamily="34" charset="0"/>
                <a:cs typeface="Arial" pitchFamily="34" charset="0"/>
              </a:rPr>
              <a:t>La place de chaque activité</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11. La répartition du temps du manager</a:t>
            </a:r>
          </a:p>
          <a:p>
            <a:pPr marL="742950" indent="-742950">
              <a:buNone/>
            </a:pPr>
            <a:endParaRPr lang="fr-FR" sz="2400" b="1"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ZoneTexte 7"/>
          <p:cNvSpPr txBox="1"/>
          <p:nvPr/>
        </p:nvSpPr>
        <p:spPr>
          <a:xfrm>
            <a:off x="500034" y="2214554"/>
            <a:ext cx="3357586" cy="369332"/>
          </a:xfrm>
          <a:prstGeom prst="rect">
            <a:avLst/>
          </a:prstGeom>
          <a:noFill/>
        </p:spPr>
        <p:txBody>
          <a:bodyPr wrap="square" rtlCol="0">
            <a:spAutoFit/>
          </a:bodyPr>
          <a:lstStyle/>
          <a:p>
            <a:r>
              <a:rPr lang="fr-FR" i="1" dirty="0">
                <a:latin typeface="Arial" pitchFamily="34" charset="0"/>
                <a:cs typeface="Arial" pitchFamily="34" charset="0"/>
              </a:rPr>
              <a:t>Les causes de temps perdu</a:t>
            </a:r>
          </a:p>
        </p:txBody>
      </p:sp>
      <p:graphicFrame>
        <p:nvGraphicFramePr>
          <p:cNvPr id="9" name="Diagramme 8"/>
          <p:cNvGraphicFramePr/>
          <p:nvPr/>
        </p:nvGraphicFramePr>
        <p:xfrm>
          <a:off x="1071538" y="1285860"/>
          <a:ext cx="7262842" cy="47863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611560" y="1442781"/>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11. Gestion du temps: matrice d’Eisenhower</a:t>
            </a:r>
          </a:p>
          <a:p>
            <a:pPr marL="742950" indent="-742950">
              <a:buNone/>
            </a:pPr>
            <a:endParaRPr lang="fr-FR" sz="2400" b="1"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3" name="Image 2">
            <a:extLst>
              <a:ext uri="{FF2B5EF4-FFF2-40B4-BE49-F238E27FC236}">
                <a16:creationId xmlns:a16="http://schemas.microsoft.com/office/drawing/2014/main" id="{3CD947C4-4A8F-49E5-BC80-9CA7362F3832}"/>
              </a:ext>
            </a:extLst>
          </p:cNvPr>
          <p:cNvPicPr>
            <a:picLocks noChangeAspect="1"/>
          </p:cNvPicPr>
          <p:nvPr/>
        </p:nvPicPr>
        <p:blipFill rotWithShape="1">
          <a:blip r:embed="rId3"/>
          <a:srcRect l="18584" t="37469" r="57004" b="21911"/>
          <a:stretch/>
        </p:blipFill>
        <p:spPr>
          <a:xfrm>
            <a:off x="2155364" y="2056016"/>
            <a:ext cx="4720891" cy="4416317"/>
          </a:xfrm>
          <a:prstGeom prst="rect">
            <a:avLst/>
          </a:prstGeom>
        </p:spPr>
      </p:pic>
    </p:spTree>
    <p:extLst>
      <p:ext uri="{BB962C8B-B14F-4D97-AF65-F5344CB8AC3E}">
        <p14:creationId xmlns:p14="http://schemas.microsoft.com/office/powerpoint/2010/main" val="3041598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500034" y="1500174"/>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12. La délégation</a:t>
            </a:r>
          </a:p>
          <a:p>
            <a:pPr marL="742950" indent="-742950">
              <a:buNone/>
            </a:pPr>
            <a:endParaRPr lang="fr-FR" sz="2400" b="1"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Diagramme 7"/>
          <p:cNvGraphicFramePr/>
          <p:nvPr/>
        </p:nvGraphicFramePr>
        <p:xfrm>
          <a:off x="1357290" y="114298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p:cNvSpPr txBox="1"/>
          <p:nvPr/>
        </p:nvSpPr>
        <p:spPr>
          <a:xfrm>
            <a:off x="642910" y="1928802"/>
            <a:ext cx="2286016" cy="369332"/>
          </a:xfrm>
          <a:prstGeom prst="rect">
            <a:avLst/>
          </a:prstGeom>
          <a:noFill/>
        </p:spPr>
        <p:txBody>
          <a:bodyPr wrap="square" rtlCol="0">
            <a:spAutoFit/>
          </a:bodyPr>
          <a:lstStyle/>
          <a:p>
            <a:r>
              <a:rPr lang="fr-FR" i="1" dirty="0">
                <a:latin typeface="Arial" pitchFamily="34" charset="0"/>
                <a:cs typeface="Arial" pitchFamily="34" charset="0"/>
              </a:rPr>
              <a:t>Aptitude à déléguer</a:t>
            </a:r>
          </a:p>
        </p:txBody>
      </p:sp>
      <p:sp>
        <p:nvSpPr>
          <p:cNvPr id="10" name="Rectangle à coins arrondis 9"/>
          <p:cNvSpPr/>
          <p:nvPr/>
        </p:nvSpPr>
        <p:spPr>
          <a:xfrm>
            <a:off x="714348"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A priori</a:t>
            </a:r>
          </a:p>
        </p:txBody>
      </p:sp>
      <p:sp>
        <p:nvSpPr>
          <p:cNvPr id="11" name="Rectangle à coins arrondis 10"/>
          <p:cNvSpPr/>
          <p:nvPr/>
        </p:nvSpPr>
        <p:spPr>
          <a:xfrm>
            <a:off x="2000232"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A posteriori</a:t>
            </a:r>
          </a:p>
        </p:txBody>
      </p:sp>
      <p:sp>
        <p:nvSpPr>
          <p:cNvPr id="12" name="Rectangle à coins arrondis 11"/>
          <p:cNvSpPr/>
          <p:nvPr/>
        </p:nvSpPr>
        <p:spPr>
          <a:xfrm>
            <a:off x="3857620"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Perdre du temps pour en gagner</a:t>
            </a:r>
          </a:p>
        </p:txBody>
      </p:sp>
      <p:sp>
        <p:nvSpPr>
          <p:cNvPr id="13" name="Rectangle à coins arrondis 12"/>
          <p:cNvSpPr/>
          <p:nvPr/>
        </p:nvSpPr>
        <p:spPr>
          <a:xfrm>
            <a:off x="5715008"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Participation</a:t>
            </a:r>
          </a:p>
        </p:txBody>
      </p:sp>
      <p:sp>
        <p:nvSpPr>
          <p:cNvPr id="14" name="Rectangle à coins arrondis 13"/>
          <p:cNvSpPr/>
          <p:nvPr/>
        </p:nvSpPr>
        <p:spPr>
          <a:xfrm>
            <a:off x="7000892"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Initiative</a:t>
            </a:r>
          </a:p>
        </p:txBody>
      </p:sp>
      <p:sp>
        <p:nvSpPr>
          <p:cNvPr id="15" name="Flèche vers le bas 14"/>
          <p:cNvSpPr/>
          <p:nvPr/>
        </p:nvSpPr>
        <p:spPr>
          <a:xfrm>
            <a:off x="1500166"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vers le bas 15"/>
          <p:cNvSpPr/>
          <p:nvPr/>
        </p:nvSpPr>
        <p:spPr>
          <a:xfrm>
            <a:off x="2143108"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vers le bas 16"/>
          <p:cNvSpPr/>
          <p:nvPr/>
        </p:nvSpPr>
        <p:spPr>
          <a:xfrm>
            <a:off x="4286248"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lèche vers le bas 17"/>
          <p:cNvSpPr/>
          <p:nvPr/>
        </p:nvSpPr>
        <p:spPr>
          <a:xfrm>
            <a:off x="6357950"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Flèche vers le bas 18"/>
          <p:cNvSpPr/>
          <p:nvPr/>
        </p:nvSpPr>
        <p:spPr>
          <a:xfrm>
            <a:off x="7000892"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p:cNvSpPr txBox="1"/>
          <p:nvPr/>
        </p:nvSpPr>
        <p:spPr>
          <a:xfrm>
            <a:off x="8072462" y="5786454"/>
            <a:ext cx="714380" cy="369332"/>
          </a:xfrm>
          <a:prstGeom prst="rect">
            <a:avLst/>
          </a:prstGeom>
          <a:noFill/>
        </p:spPr>
        <p:txBody>
          <a:bodyPr wrap="square" rtlCol="0">
            <a:spAutoFit/>
          </a:bodyPr>
          <a:lstStyle/>
          <a:p>
            <a:r>
              <a:rPr lang="fr-FR" b="1" dirty="0">
                <a:solidFill>
                  <a:srgbClr val="E95D0F"/>
                </a:solidFill>
              </a:rPr>
              <a:t>TEST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36</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1436065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37</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3" name="ZoneTexte 2">
            <a:extLst>
              <a:ext uri="{FF2B5EF4-FFF2-40B4-BE49-F238E27FC236}">
                <a16:creationId xmlns:a16="http://schemas.microsoft.com/office/drawing/2014/main" id="{3947B52B-1940-4FB1-AD8C-2CFCB7442E3B}"/>
              </a:ext>
            </a:extLst>
          </p:cNvPr>
          <p:cNvSpPr txBox="1"/>
          <p:nvPr/>
        </p:nvSpPr>
        <p:spPr>
          <a:xfrm>
            <a:off x="868242" y="1844824"/>
            <a:ext cx="7632848" cy="1200329"/>
          </a:xfrm>
          <a:prstGeom prst="rect">
            <a:avLst/>
          </a:prstGeom>
          <a:noFill/>
        </p:spPr>
        <p:txBody>
          <a:bodyPr wrap="square" rtlCol="0">
            <a:spAutoFit/>
          </a:bodyPr>
          <a:lstStyle/>
          <a:p>
            <a:r>
              <a:rPr lang="fr-FR" sz="3600" dirty="0">
                <a:solidFill>
                  <a:srgbClr val="93117E"/>
                </a:solidFill>
                <a:latin typeface="Arial" panose="020B0604020202020204" pitchFamily="34" charset="0"/>
                <a:cs typeface="Arial" panose="020B0604020202020204" pitchFamily="34" charset="0"/>
              </a:rPr>
              <a:t>Selon vous, qu’est-ce qu’un bon manager ?</a:t>
            </a:r>
            <a:endParaRPr lang="fr-FR" sz="3600" dirty="0">
              <a:solidFill>
                <a:srgbClr val="93117E"/>
              </a:solidFill>
            </a:endParaRPr>
          </a:p>
        </p:txBody>
      </p:sp>
      <p:pic>
        <p:nvPicPr>
          <p:cNvPr id="4" name="Image 3">
            <a:extLst>
              <a:ext uri="{FF2B5EF4-FFF2-40B4-BE49-F238E27FC236}">
                <a16:creationId xmlns:a16="http://schemas.microsoft.com/office/drawing/2014/main" id="{CC09EE3A-1166-478C-94F3-B90B050ED5B5}"/>
              </a:ext>
            </a:extLst>
          </p:cNvPr>
          <p:cNvPicPr>
            <a:picLocks noChangeAspect="1"/>
          </p:cNvPicPr>
          <p:nvPr/>
        </p:nvPicPr>
        <p:blipFill>
          <a:blip r:embed="rId3"/>
          <a:stretch>
            <a:fillRect/>
          </a:stretch>
        </p:blipFill>
        <p:spPr>
          <a:xfrm>
            <a:off x="2771800" y="3199028"/>
            <a:ext cx="5729290" cy="2864645"/>
          </a:xfrm>
          <a:prstGeom prst="rect">
            <a:avLst/>
          </a:prstGeom>
        </p:spPr>
      </p:pic>
      <p:pic>
        <p:nvPicPr>
          <p:cNvPr id="8" name="Graphique 7" descr="Intelligence artificielle contour">
            <a:extLst>
              <a:ext uri="{FF2B5EF4-FFF2-40B4-BE49-F238E27FC236}">
                <a16:creationId xmlns:a16="http://schemas.microsoft.com/office/drawing/2014/main" id="{65077322-D7A7-49B1-96F6-84652091E4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0312" y="333914"/>
            <a:ext cx="1552819" cy="1552819"/>
          </a:xfrm>
          <a:prstGeom prst="rect">
            <a:avLst/>
          </a:prstGeom>
        </p:spPr>
      </p:pic>
    </p:spTree>
    <p:extLst>
      <p:ext uri="{BB962C8B-B14F-4D97-AF65-F5344CB8AC3E}">
        <p14:creationId xmlns:p14="http://schemas.microsoft.com/office/powerpoint/2010/main" val="4046835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http://neilkillick.com/wp-content/uploads/2012/06/leadership.jpg"/>
          <p:cNvPicPr/>
          <p:nvPr/>
        </p:nvPicPr>
        <p:blipFill>
          <a:blip r:embed="rId2"/>
          <a:srcRect/>
          <a:stretch>
            <a:fillRect/>
          </a:stretch>
        </p:blipFill>
        <p:spPr bwMode="auto">
          <a:xfrm>
            <a:off x="5286380" y="2643182"/>
            <a:ext cx="3289300" cy="3289300"/>
          </a:xfrm>
          <a:prstGeom prst="rect">
            <a:avLst/>
          </a:prstGeom>
          <a:noFill/>
          <a:ln w="9525">
            <a:noFill/>
            <a:miter lim="800000"/>
            <a:headEnd/>
            <a:tailEnd/>
          </a:ln>
        </p:spPr>
      </p:pic>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 Définition du leadership</a:t>
            </a: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None/>
            </a:pPr>
            <a:endParaRPr lang="fr-FR" sz="2400" b="1" dirty="0">
              <a:solidFill>
                <a:srgbClr val="E2007A"/>
              </a:solidFill>
              <a:latin typeface="Arial" pitchFamily="34" charset="0"/>
              <a:cs typeface="Arial" pitchFamily="34" charset="0"/>
            </a:endParaRPr>
          </a:p>
          <a:p>
            <a:pPr lvl="0">
              <a:buNone/>
            </a:pPr>
            <a:endParaRPr lang="fr-FR" sz="2000" dirty="0"/>
          </a:p>
          <a:p>
            <a:pPr lvl="0">
              <a:buNone/>
            </a:pPr>
            <a:endParaRPr lang="fr-FR" sz="2000" dirty="0"/>
          </a:p>
          <a:p>
            <a:pPr lvl="0">
              <a:buNone/>
            </a:pPr>
            <a:endParaRPr lang="fr-FR" sz="2000" dirty="0"/>
          </a:p>
          <a:p>
            <a:pPr lvl="0">
              <a:buNone/>
            </a:pPr>
            <a:r>
              <a:rPr lang="fr-FR" sz="2400" dirty="0">
                <a:latin typeface="Arial" panose="020B0604020202020204" pitchFamily="34" charset="0"/>
                <a:cs typeface="Arial" panose="020B0604020202020204" pitchFamily="34" charset="0"/>
              </a:rPr>
              <a:t>Leader et manager: quelle différence?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3"/>
          <a:srcRect/>
          <a:stretch>
            <a:fillRect/>
          </a:stretch>
        </p:blipFill>
        <p:spPr bwMode="auto">
          <a:xfrm>
            <a:off x="142844" y="214290"/>
            <a:ext cx="1928826" cy="1101091"/>
          </a:xfrm>
          <a:prstGeom prst="rect">
            <a:avLst/>
          </a:prstGeom>
          <a:noFill/>
        </p:spPr>
      </p:pic>
      <p:sp>
        <p:nvSpPr>
          <p:cNvPr id="8" name="Rectangle 7"/>
          <p:cNvSpPr/>
          <p:nvPr/>
        </p:nvSpPr>
        <p:spPr>
          <a:xfrm>
            <a:off x="785786" y="2428868"/>
            <a:ext cx="4572000" cy="1938992"/>
          </a:xfrm>
          <a:prstGeom prst="rect">
            <a:avLst/>
          </a:prstGeom>
        </p:spPr>
        <p:txBody>
          <a:bodyPr>
            <a:spAutoFit/>
          </a:bodyPr>
          <a:lstStyle/>
          <a:p>
            <a:r>
              <a:rPr lang="fr-FR" sz="2400" dirty="0">
                <a:latin typeface="Arial" panose="020B0604020202020204" pitchFamily="34" charset="0"/>
                <a:cs typeface="Arial" panose="020B0604020202020204" pitchFamily="34" charset="0"/>
              </a:rPr>
              <a:t>Pour le psychologue américain contemporain Robert Sternberg, le leadership et la créativité sont intimement liés. </a:t>
            </a:r>
          </a:p>
          <a:p>
            <a:endParaRPr lang="fr-FR" sz="2400" dirty="0">
              <a:latin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 Définition du leadership</a:t>
            </a: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None/>
            </a:pPr>
            <a:endParaRPr lang="fr-FR" sz="2400" b="1" dirty="0">
              <a:solidFill>
                <a:srgbClr val="E2007A"/>
              </a:solidFill>
              <a:latin typeface="Arial" pitchFamily="34" charset="0"/>
              <a:cs typeface="Arial" pitchFamily="34" charset="0"/>
            </a:endParaRP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7"/>
          <p:cNvSpPr/>
          <p:nvPr/>
        </p:nvSpPr>
        <p:spPr>
          <a:xfrm>
            <a:off x="785786" y="2428868"/>
            <a:ext cx="6858048" cy="1015663"/>
          </a:xfrm>
          <a:prstGeom prst="rect">
            <a:avLst/>
          </a:prstGeom>
        </p:spPr>
        <p:txBody>
          <a:bodyPr wrap="square">
            <a:spAutoFit/>
          </a:bodyPr>
          <a:lstStyle/>
          <a:p>
            <a:pPr>
              <a:buFont typeface="Arial" pitchFamily="34" charset="0"/>
              <a:buChar char="•"/>
            </a:pPr>
            <a:r>
              <a:rPr lang="fr-FR" sz="2000" dirty="0"/>
              <a:t> Toute personne qui dispose de l’autorité formelle d’un manager, capable d’influencer autrui et de mobiliser une collectivité.</a:t>
            </a:r>
          </a:p>
        </p:txBody>
      </p:sp>
      <p:sp>
        <p:nvSpPr>
          <p:cNvPr id="10" name="Rectangle 9"/>
          <p:cNvSpPr/>
          <p:nvPr/>
        </p:nvSpPr>
        <p:spPr>
          <a:xfrm>
            <a:off x="1928794" y="3643314"/>
            <a:ext cx="4357718" cy="2554545"/>
          </a:xfrm>
          <a:prstGeom prst="rect">
            <a:avLst/>
          </a:prstGeom>
          <a:ln w="25400">
            <a:solidFill>
              <a:srgbClr val="E2007A"/>
            </a:solidFill>
          </a:ln>
        </p:spPr>
        <p:txBody>
          <a:bodyPr wrap="square">
            <a:spAutoFit/>
          </a:bodyPr>
          <a:lstStyle/>
          <a:p>
            <a:pPr>
              <a:buFont typeface="Arial" pitchFamily="34" charset="0"/>
              <a:buChar char="•"/>
            </a:pPr>
            <a:r>
              <a:rPr lang="fr-FR" sz="2000" dirty="0"/>
              <a:t> Les 7 traits différenciant les leaders:</a:t>
            </a:r>
          </a:p>
          <a:p>
            <a:pPr lvl="1"/>
            <a:r>
              <a:rPr lang="fr-FR" sz="2000" dirty="0"/>
              <a:t>-dynamisme</a:t>
            </a:r>
          </a:p>
          <a:p>
            <a:pPr lvl="1"/>
            <a:r>
              <a:rPr lang="fr-FR" sz="2000" dirty="0"/>
              <a:t>-désir de diriger</a:t>
            </a:r>
          </a:p>
          <a:p>
            <a:pPr lvl="1"/>
            <a:r>
              <a:rPr lang="fr-FR" sz="2000" dirty="0"/>
              <a:t>-honnêteté et intégrité</a:t>
            </a:r>
          </a:p>
          <a:p>
            <a:pPr lvl="1"/>
            <a:r>
              <a:rPr lang="fr-FR" sz="2000" dirty="0"/>
              <a:t>-assurance</a:t>
            </a:r>
          </a:p>
          <a:p>
            <a:pPr lvl="1"/>
            <a:r>
              <a:rPr lang="fr-FR" sz="2000" dirty="0"/>
              <a:t>-intelligence</a:t>
            </a:r>
          </a:p>
          <a:p>
            <a:pPr lvl="1"/>
            <a:r>
              <a:rPr lang="fr-FR" sz="2000" dirty="0"/>
              <a:t>-compétences professionnelles</a:t>
            </a:r>
          </a:p>
          <a:p>
            <a:pPr lvl="1"/>
            <a:r>
              <a:rPr lang="fr-FR" sz="2000" dirty="0"/>
              <a:t>-extraversion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startAt="2"/>
            </a:pPr>
            <a:r>
              <a:rPr lang="fr-FR" sz="2400" b="1" dirty="0">
                <a:solidFill>
                  <a:srgbClr val="E2007A"/>
                </a:solidFill>
                <a:latin typeface="Arial" pitchFamily="34" charset="0"/>
                <a:cs typeface="Arial" pitchFamily="34" charset="0"/>
              </a:rPr>
              <a:t>Les différents types de management</a:t>
            </a:r>
          </a:p>
          <a:p>
            <a:pPr>
              <a:buNone/>
            </a:pPr>
            <a:endParaRPr lang="fr-FR" sz="2000" dirty="0"/>
          </a:p>
          <a:p>
            <a:pPr lvl="0">
              <a:buNone/>
            </a:pPr>
            <a:r>
              <a:rPr lang="fr-FR" sz="2000" dirty="0"/>
              <a:t>	-Le style autocratique</a:t>
            </a:r>
          </a:p>
          <a:p>
            <a:pPr lvl="0">
              <a:buNone/>
            </a:pPr>
            <a:r>
              <a:rPr lang="fr-FR" sz="2000" dirty="0"/>
              <a:t>	-Le style paternaliste</a:t>
            </a:r>
          </a:p>
          <a:p>
            <a:pPr lvl="0">
              <a:buNone/>
            </a:pPr>
            <a:r>
              <a:rPr lang="fr-FR" sz="2000" dirty="0"/>
              <a:t>	-Le style démocratique</a:t>
            </a:r>
          </a:p>
          <a:p>
            <a:pPr lvl="0">
              <a:buNone/>
            </a:pPr>
            <a:r>
              <a:rPr lang="fr-FR" sz="2000" dirty="0"/>
              <a:t>	-Le style collégial</a:t>
            </a:r>
          </a:p>
          <a:p>
            <a:pPr lvl="0">
              <a:buNone/>
            </a:pPr>
            <a:r>
              <a:rPr lang="fr-FR" sz="2000" dirty="0"/>
              <a:t>	-Le style nonchalant</a:t>
            </a:r>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fontScale="77500" lnSpcReduction="20000"/>
          </a:bodyPr>
          <a:lstStyle/>
          <a:p>
            <a:pPr marL="742950" indent="-742950">
              <a:buAutoNum type="arabicPeriod" startAt="2"/>
            </a:pPr>
            <a:r>
              <a:rPr lang="fr-FR" sz="2400" b="1" dirty="0">
                <a:solidFill>
                  <a:srgbClr val="E2007A"/>
                </a:solidFill>
                <a:latin typeface="Arial" pitchFamily="34" charset="0"/>
                <a:cs typeface="Arial" pitchFamily="34" charset="0"/>
              </a:rPr>
              <a:t>Les différents types de management</a:t>
            </a:r>
          </a:p>
          <a:p>
            <a:pPr>
              <a:buNone/>
            </a:pPr>
            <a:endParaRPr lang="fr-FR" sz="2000" dirty="0"/>
          </a:p>
          <a:p>
            <a:r>
              <a:rPr lang="fr-FR" sz="2600" b="1" dirty="0">
                <a:solidFill>
                  <a:srgbClr val="E95D0F"/>
                </a:solidFill>
              </a:rPr>
              <a:t>Le style autocratique:</a:t>
            </a:r>
          </a:p>
          <a:p>
            <a:pPr lvl="0">
              <a:buNone/>
            </a:pPr>
            <a:r>
              <a:rPr lang="fr-FR" sz="2600" dirty="0"/>
              <a:t>	le manageur décide seul des buts et des moyens de l’équipe. Il répartit le travail entre les membres et se tient à distance du groupe. Ce mode de direction infantilise les salariés et les démotive.</a:t>
            </a:r>
            <a:endParaRPr lang="fr-FR" sz="2600" b="1" dirty="0"/>
          </a:p>
          <a:p>
            <a:pPr>
              <a:buNone/>
            </a:pPr>
            <a:endParaRPr lang="fr-FR" sz="2600" dirty="0"/>
          </a:p>
          <a:p>
            <a:r>
              <a:rPr lang="fr-FR" sz="2600" b="1" dirty="0">
                <a:solidFill>
                  <a:srgbClr val="E95D0F"/>
                </a:solidFill>
              </a:rPr>
              <a:t>Le style paternaliste: </a:t>
            </a:r>
            <a:r>
              <a:rPr lang="fr-FR" sz="2600" dirty="0"/>
              <a:t>management plutôt par les sanctions positives, mais le personnel reste soumis. Les informations qui remontent de la base seront en général celles qui seront satisfaisantes pour le patron. Les décisions importantes sont prises par la direction.</a:t>
            </a:r>
          </a:p>
          <a:p>
            <a:endParaRPr lang="fr-FR" sz="2600" b="1" dirty="0">
              <a:solidFill>
                <a:srgbClr val="E95D0F"/>
              </a:solidFill>
            </a:endParaRPr>
          </a:p>
          <a:p>
            <a:pPr lvl="0"/>
            <a:r>
              <a:rPr lang="fr-FR" sz="2600" b="1" dirty="0">
                <a:solidFill>
                  <a:srgbClr val="E95D0F"/>
                </a:solidFill>
              </a:rPr>
              <a:t>Le style démocratique: </a:t>
            </a:r>
            <a:r>
              <a:rPr lang="fr-FR" sz="2600" dirty="0"/>
              <a:t>le manageur va mobiliser ses subordonnés, les faire participer aux décisions. Ce style favorise la cohésion au sein du groupe.</a:t>
            </a:r>
          </a:p>
          <a:p>
            <a:endParaRPr lang="fr-FR" sz="2000"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AutoNum type="arabicPeriod" startAt="2"/>
            </a:pPr>
            <a:r>
              <a:rPr lang="fr-FR" sz="2400" b="1" dirty="0">
                <a:solidFill>
                  <a:srgbClr val="E2007A"/>
                </a:solidFill>
                <a:latin typeface="Arial" pitchFamily="34" charset="0"/>
                <a:cs typeface="Arial" pitchFamily="34" charset="0"/>
              </a:rPr>
              <a:t>Les différents types de management</a:t>
            </a:r>
            <a:endParaRPr lang="fr-FR" sz="2000" dirty="0"/>
          </a:p>
          <a:p>
            <a:r>
              <a:rPr lang="fr-FR" sz="2000" b="1" dirty="0">
                <a:solidFill>
                  <a:srgbClr val="E95D0F"/>
                </a:solidFill>
              </a:rPr>
              <a:t>Le style collégial: </a:t>
            </a:r>
            <a:r>
              <a:rPr lang="fr-FR" sz="2000" dirty="0"/>
              <a:t>ressemble en plusieurs points au gestionnaire démocrate. Ce style de leadership est souvent associé à la gestion des groupes de spécialistes où tous les membres de l’équipe sont considérés comme des collègues ou des associés. L’autonomie, la loyauté, l’amitié et l’esprit d’équipe y occupent la première place. On retrouve ce style de leadership souvent dans les équipes pilote où l'on compte un nombre limité de personnes, rendant le style collégial de mener les affaires possible.</a:t>
            </a:r>
          </a:p>
          <a:p>
            <a:pPr>
              <a:buNone/>
            </a:pPr>
            <a:endParaRPr lang="fr-FR" sz="2000" dirty="0"/>
          </a:p>
          <a:p>
            <a:pPr lvl="0"/>
            <a:r>
              <a:rPr lang="fr-FR" sz="2000" b="1" dirty="0">
                <a:solidFill>
                  <a:srgbClr val="E95D0F"/>
                </a:solidFill>
              </a:rPr>
              <a:t>Le style laxiste: </a:t>
            </a:r>
            <a:r>
              <a:rPr lang="fr-FR" sz="2000" dirty="0"/>
              <a:t>le manageur ne s’occupe pas du groupe, il laisse les décisions se prendre. Il fournit à l’équipe les informations demandées, il ne communique pas ses appréciations. Cette absence d’exercice du pouvoir est en général mal vécue par le groupe.</a:t>
            </a:r>
            <a:endParaRPr lang="fr-FR" sz="2000" b="1"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075614" y="214290"/>
            <a:ext cx="6357982"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800" b="1" dirty="0">
                <a:solidFill>
                  <a:srgbClr val="93117E"/>
                </a:solidFill>
                <a:latin typeface="Arial" pitchFamily="34" charset="0"/>
                <a:cs typeface="Arial" pitchFamily="34" charset="0"/>
              </a:rPr>
              <a:t>Déterminez votre style de management</a:t>
            </a:r>
            <a:endParaRPr lang="fr-FR" sz="2800" b="1" dirty="0">
              <a:solidFill>
                <a:srgbClr val="93117E"/>
              </a:solidFill>
            </a:endParaRPr>
          </a:p>
          <a:p>
            <a:pPr>
              <a:buNone/>
            </a:pPr>
            <a:endParaRPr lang="fr-FR" sz="2000"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Image 1">
            <a:extLst>
              <a:ext uri="{FF2B5EF4-FFF2-40B4-BE49-F238E27FC236}">
                <a16:creationId xmlns:a16="http://schemas.microsoft.com/office/drawing/2014/main" id="{BD97E76D-F3E0-4CB8-8BFB-1640E3115129}"/>
              </a:ext>
            </a:extLst>
          </p:cNvPr>
          <p:cNvPicPr>
            <a:picLocks noChangeAspect="1"/>
          </p:cNvPicPr>
          <p:nvPr/>
        </p:nvPicPr>
        <p:blipFill>
          <a:blip r:embed="rId3"/>
          <a:stretch>
            <a:fillRect/>
          </a:stretch>
        </p:blipFill>
        <p:spPr>
          <a:xfrm>
            <a:off x="7421074" y="538073"/>
            <a:ext cx="1548518" cy="1554615"/>
          </a:xfrm>
          <a:prstGeom prst="rect">
            <a:avLst/>
          </a:prstGeom>
        </p:spPr>
      </p:pic>
      <p:pic>
        <p:nvPicPr>
          <p:cNvPr id="3" name="Image 2">
            <a:extLst>
              <a:ext uri="{FF2B5EF4-FFF2-40B4-BE49-F238E27FC236}">
                <a16:creationId xmlns:a16="http://schemas.microsoft.com/office/drawing/2014/main" id="{4872BCB0-A116-419B-8B23-D2E93A43AB63}"/>
              </a:ext>
            </a:extLst>
          </p:cNvPr>
          <p:cNvPicPr>
            <a:picLocks noChangeAspect="1"/>
          </p:cNvPicPr>
          <p:nvPr/>
        </p:nvPicPr>
        <p:blipFill>
          <a:blip r:embed="rId4"/>
          <a:stretch>
            <a:fillRect/>
          </a:stretch>
        </p:blipFill>
        <p:spPr>
          <a:xfrm>
            <a:off x="1547664" y="3090031"/>
            <a:ext cx="5613300" cy="251341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91962" y="1483675"/>
            <a:ext cx="8229600" cy="4214842"/>
          </a:xfrm>
        </p:spPr>
        <p:txBody>
          <a:bodyPr>
            <a:normAutofit/>
          </a:bodyPr>
          <a:lstStyle/>
          <a:p>
            <a:pPr marL="0" indent="0">
              <a:buNone/>
            </a:pPr>
            <a:r>
              <a:rPr lang="fr-FR" sz="2400" b="1" dirty="0">
                <a:solidFill>
                  <a:srgbClr val="E2007A"/>
                </a:solidFill>
                <a:latin typeface="Arial" pitchFamily="34" charset="0"/>
                <a:cs typeface="Arial" pitchFamily="34" charset="0"/>
              </a:rPr>
              <a:t>3.   Le management selon Blake et Mouton</a:t>
            </a:r>
            <a:endParaRPr lang="fr-FR" sz="2000"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Image 1">
            <a:extLst>
              <a:ext uri="{FF2B5EF4-FFF2-40B4-BE49-F238E27FC236}">
                <a16:creationId xmlns:a16="http://schemas.microsoft.com/office/drawing/2014/main" id="{4F2FC40A-339E-416B-A2F4-D612698F185E}"/>
              </a:ext>
            </a:extLst>
          </p:cNvPr>
          <p:cNvPicPr>
            <a:picLocks noChangeAspect="1"/>
          </p:cNvPicPr>
          <p:nvPr/>
        </p:nvPicPr>
        <p:blipFill>
          <a:blip r:embed="rId3"/>
          <a:stretch>
            <a:fillRect/>
          </a:stretch>
        </p:blipFill>
        <p:spPr>
          <a:xfrm>
            <a:off x="1995047" y="2062811"/>
            <a:ext cx="5096698" cy="4322439"/>
          </a:xfrm>
          <a:prstGeom prst="rect">
            <a:avLst/>
          </a:prstGeom>
        </p:spPr>
      </p:pic>
    </p:spTree>
    <p:extLst>
      <p:ext uri="{BB962C8B-B14F-4D97-AF65-F5344CB8AC3E}">
        <p14:creationId xmlns:p14="http://schemas.microsoft.com/office/powerpoint/2010/main" val="1753559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fontScale="92500" lnSpcReduction="20000"/>
          </a:bodyPr>
          <a:lstStyle/>
          <a:p>
            <a:pPr marL="742950" indent="-742950">
              <a:buNone/>
            </a:pPr>
            <a:r>
              <a:rPr lang="fr-FR" sz="2400" b="1" dirty="0">
                <a:solidFill>
                  <a:srgbClr val="E2007A"/>
                </a:solidFill>
                <a:latin typeface="Arial" pitchFamily="34" charset="0"/>
                <a:cs typeface="Arial" pitchFamily="34" charset="0"/>
              </a:rPr>
              <a:t>4. La grille de Blake et Mouton</a:t>
            </a:r>
          </a:p>
          <a:p>
            <a:r>
              <a:rPr lang="fr-FR" sz="2000" dirty="0"/>
              <a:t>Robert Blake et Jane Mouton identifient cinq styles de management en fonction de deux critères privilégiés par le manageur :</a:t>
            </a:r>
            <a:endParaRPr lang="fr-FR" sz="2000" b="1" dirty="0"/>
          </a:p>
          <a:p>
            <a:pPr lvl="0">
              <a:buNone/>
            </a:pPr>
            <a:r>
              <a:rPr lang="fr-FR" sz="2000" dirty="0"/>
              <a:t>		-le degré d’attention porté aux hommes </a:t>
            </a:r>
            <a:endParaRPr lang="fr-FR" sz="2000" b="1" dirty="0"/>
          </a:p>
          <a:p>
            <a:pPr lvl="0">
              <a:buNone/>
            </a:pPr>
            <a:r>
              <a:rPr lang="fr-FR" sz="2000" dirty="0"/>
              <a:t>		-le degré d’intérêt porté aux tâches et au rendement.</a:t>
            </a:r>
            <a:endParaRPr lang="fr-FR" sz="2000" b="1" dirty="0"/>
          </a:p>
          <a:p>
            <a:pPr marL="742950" indent="-742950">
              <a:buNone/>
            </a:pPr>
            <a:endParaRPr lang="fr-FR" sz="2000" dirty="0"/>
          </a:p>
          <a:p>
            <a:r>
              <a:rPr lang="fr-FR" sz="2000" dirty="0"/>
              <a:t>Management « country-club » (1.9) : bonnes relations dans le groupe, bonne ambiance, rythme de travail confortable.</a:t>
            </a:r>
            <a:endParaRPr lang="fr-FR" sz="2000" b="1" dirty="0"/>
          </a:p>
          <a:p>
            <a:r>
              <a:rPr lang="fr-FR" sz="2000" dirty="0"/>
              <a:t>Management d’équipe (9.9) : engagement de l’équipe pour accomplir le travail en commun.</a:t>
            </a:r>
            <a:endParaRPr lang="fr-FR" sz="2000" b="1" dirty="0"/>
          </a:p>
          <a:p>
            <a:r>
              <a:rPr lang="fr-FR" sz="2000" dirty="0"/>
              <a:t>Management institutionnel (5.5) : équilibre entre les performances à atteindre et un climat social satisfaisant.</a:t>
            </a:r>
            <a:endParaRPr lang="fr-FR" sz="2000" b="1" dirty="0"/>
          </a:p>
          <a:p>
            <a:r>
              <a:rPr lang="fr-FR" sz="2000" dirty="0"/>
              <a:t>Management appauvri (1.1) : management minimum pour accomplir le travail.</a:t>
            </a:r>
            <a:endParaRPr lang="fr-FR" sz="2000" b="1" dirty="0"/>
          </a:p>
          <a:p>
            <a:r>
              <a:rPr lang="fr-FR" sz="2000" dirty="0"/>
              <a:t>Management autoritaire (9.1) : fondé sur l’autorité et l’obéissance.</a:t>
            </a:r>
            <a:endParaRPr lang="fr-FR" sz="2000" b="1" dirty="0"/>
          </a:p>
          <a:p>
            <a:endParaRPr lang="fr-FR" sz="2000" b="1"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1027" name="Picture 3"/>
          <p:cNvPicPr>
            <a:picLocks noGrp="1" noChangeAspect="1" noChangeArrowheads="1"/>
          </p:cNvPicPr>
          <p:nvPr>
            <p:ph idx="1"/>
          </p:nvPr>
        </p:nvPicPr>
        <p:blipFill>
          <a:blip r:embed="rId3"/>
          <a:srcRect l="18432" t="19888" r="25337" b="7506"/>
          <a:stretch>
            <a:fillRect/>
          </a:stretch>
        </p:blipFill>
        <p:spPr bwMode="auto">
          <a:xfrm>
            <a:off x="857224" y="2500306"/>
            <a:ext cx="4071966" cy="3286148"/>
          </a:xfrm>
          <a:prstGeom prst="rect">
            <a:avLst/>
          </a:prstGeom>
          <a:noFill/>
          <a:ln w="9525">
            <a:noFill/>
            <a:miter lim="800000"/>
            <a:headEnd/>
            <a:tailEnd/>
          </a:ln>
          <a:effectLst/>
        </p:spPr>
      </p:pic>
      <p:sp>
        <p:nvSpPr>
          <p:cNvPr id="10" name="Rectangle 9"/>
          <p:cNvSpPr/>
          <p:nvPr/>
        </p:nvSpPr>
        <p:spPr>
          <a:xfrm>
            <a:off x="714348" y="1785926"/>
            <a:ext cx="5857916" cy="461665"/>
          </a:xfrm>
          <a:prstGeom prst="rect">
            <a:avLst/>
          </a:prstGeom>
        </p:spPr>
        <p:txBody>
          <a:bodyPr wrap="square">
            <a:spAutoFit/>
          </a:bodyPr>
          <a:lstStyle/>
          <a:p>
            <a:pPr marL="742950" indent="-742950">
              <a:buNone/>
            </a:pPr>
            <a:r>
              <a:rPr lang="fr-FR" sz="2400" b="1" dirty="0">
                <a:solidFill>
                  <a:srgbClr val="E2007A"/>
                </a:solidFill>
                <a:latin typeface="Arial" pitchFamily="34" charset="0"/>
                <a:cs typeface="Arial" pitchFamily="34" charset="0"/>
              </a:rPr>
              <a:t>4. La grille de Blake et Mouton</a:t>
            </a:r>
          </a:p>
        </p:txBody>
      </p:sp>
      <p:sp>
        <p:nvSpPr>
          <p:cNvPr id="13" name="Rectangle 12"/>
          <p:cNvSpPr/>
          <p:nvPr/>
        </p:nvSpPr>
        <p:spPr>
          <a:xfrm>
            <a:off x="5214942" y="3500438"/>
            <a:ext cx="3714776" cy="1754326"/>
          </a:xfrm>
          <a:prstGeom prst="rect">
            <a:avLst/>
          </a:prstGeom>
        </p:spPr>
        <p:txBody>
          <a:bodyPr wrap="square">
            <a:spAutoFit/>
          </a:bodyPr>
          <a:lstStyle/>
          <a:p>
            <a:r>
              <a:rPr lang="fr-FR" b="1" dirty="0">
                <a:solidFill>
                  <a:srgbClr val="D4D600"/>
                </a:solidFill>
              </a:rPr>
              <a:t>Management « country-club » (1.9) </a:t>
            </a:r>
          </a:p>
          <a:p>
            <a:r>
              <a:rPr lang="fr-FR" b="1" dirty="0">
                <a:solidFill>
                  <a:srgbClr val="D4D600"/>
                </a:solidFill>
              </a:rPr>
              <a:t>Management d’équipe (9.9) </a:t>
            </a:r>
          </a:p>
          <a:p>
            <a:r>
              <a:rPr lang="fr-FR" b="1" dirty="0">
                <a:solidFill>
                  <a:srgbClr val="D4D600"/>
                </a:solidFill>
              </a:rPr>
              <a:t>Management institutionnel (5.5) </a:t>
            </a:r>
          </a:p>
          <a:p>
            <a:r>
              <a:rPr lang="fr-FR" b="1" dirty="0">
                <a:solidFill>
                  <a:srgbClr val="D4D600"/>
                </a:solidFill>
              </a:rPr>
              <a:t>Management appauvri (1.1)</a:t>
            </a:r>
          </a:p>
          <a:p>
            <a:r>
              <a:rPr lang="fr-FR" b="1" dirty="0">
                <a:solidFill>
                  <a:srgbClr val="D4D600"/>
                </a:solidFill>
              </a:rPr>
              <a:t>Management autoritaire (9.1)</a:t>
            </a:r>
          </a:p>
          <a:p>
            <a:endParaRPr lang="fr-F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47</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4494023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b="1" dirty="0">
                <a:solidFill>
                  <a:srgbClr val="93117E"/>
                </a:solidFill>
                <a:latin typeface="Arial" pitchFamily="34" charset="0"/>
                <a:cs typeface="Arial" pitchFamily="34" charset="0"/>
              </a:rPr>
              <a:t>Identifier son mode de management avec Arc En Ciel</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b="1" i="1" dirty="0">
                <a:solidFill>
                  <a:srgbClr val="E95D0F"/>
                </a:solidFill>
                <a:latin typeface="Arial" pitchFamily="34" charset="0"/>
                <a:cs typeface="Arial" pitchFamily="34" charset="0"/>
              </a:rPr>
              <a:t>Arc en Ciel : questionnaire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050" name="Picture 2" descr="Arc en Ciel RH - Manager avec les couleurs">
            <a:extLst>
              <a:ext uri="{FF2B5EF4-FFF2-40B4-BE49-F238E27FC236}">
                <a16:creationId xmlns:a16="http://schemas.microsoft.com/office/drawing/2014/main" id="{37CB4211-4816-411C-942A-CB7392CC8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896" y="3825552"/>
            <a:ext cx="5255568" cy="2627784"/>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a:extLst>
              <a:ext uri="{FF2B5EF4-FFF2-40B4-BE49-F238E27FC236}">
                <a16:creationId xmlns:a16="http://schemas.microsoft.com/office/drawing/2014/main" id="{5CFCFC4A-12CF-4997-9C56-B6BF25EEAFF8}"/>
              </a:ext>
            </a:extLst>
          </p:cNvPr>
          <p:cNvPicPr>
            <a:picLocks noChangeAspect="1"/>
          </p:cNvPicPr>
          <p:nvPr/>
        </p:nvPicPr>
        <p:blipFill>
          <a:blip r:embed="rId4"/>
          <a:stretch>
            <a:fillRect/>
          </a:stretch>
        </p:blipFill>
        <p:spPr>
          <a:xfrm>
            <a:off x="7452638" y="214290"/>
            <a:ext cx="1548518" cy="155461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2. Méthode AEC</a:t>
            </a:r>
          </a:p>
          <a:p>
            <a:pPr marL="457200" indent="-457200">
              <a:buNone/>
            </a:pPr>
            <a:endParaRPr lang="fr-FR" sz="2000" b="1" dirty="0"/>
          </a:p>
          <a:p>
            <a:r>
              <a:rPr lang="fr-FR" sz="2000" dirty="0"/>
              <a:t>Elle synthétise les travaux de Carl JUNG sur les types psychologiques et la théorie DISC de William MARSTON.</a:t>
            </a:r>
          </a:p>
          <a:p>
            <a:r>
              <a:rPr lang="fr-FR" sz="2000" dirty="0"/>
              <a:t>Elle intègre également les travaux d’Edouard Spranger sur les motivations et propose une articulation avec d’autres approches pédagogiques, psychologiques ou philosophiques (analyse transactionnelle, PNL, sémantique générale de </a:t>
            </a:r>
            <a:r>
              <a:rPr lang="fr-FR" sz="2000" dirty="0" err="1"/>
              <a:t>Korzybsky</a:t>
            </a:r>
            <a:r>
              <a:rPr lang="fr-FR" sz="2000" dirty="0"/>
              <a:t>...)</a:t>
            </a:r>
          </a:p>
          <a:p>
            <a:pPr>
              <a:buNone/>
            </a:pPr>
            <a:endParaRPr lang="fr-FR" sz="2000" dirty="0"/>
          </a:p>
          <a:p>
            <a:r>
              <a:rPr lang="fr-FR" sz="2000" dirty="0"/>
              <a:t>Cette méthode concerne tout manager en fonction ou appelé à le devenir, mais aussi toute personne souhaitant mieux se comprendre et s’épanouir dans son environnement professionnel et personnel.</a:t>
            </a:r>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2. Méthode AEC</a:t>
            </a:r>
          </a:p>
          <a:p>
            <a:pPr marL="457200" indent="-457200">
              <a:buNone/>
            </a:pPr>
            <a:endParaRPr lang="fr-FR" sz="2000" b="1" dirty="0"/>
          </a:p>
          <a:p>
            <a:endParaRPr lang="fr-FR" sz="2000" b="1"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8" name="Image 7"/>
          <p:cNvPicPr/>
          <p:nvPr/>
        </p:nvPicPr>
        <p:blipFill>
          <a:blip r:embed="rId3"/>
          <a:srcRect l="7309" t="22477" r="38209" b="15799"/>
          <a:stretch>
            <a:fillRect/>
          </a:stretch>
        </p:blipFill>
        <p:spPr bwMode="auto">
          <a:xfrm>
            <a:off x="1428728" y="2214554"/>
            <a:ext cx="5981700" cy="423628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3. Les couleurs</a:t>
            </a:r>
          </a:p>
          <a:p>
            <a:pPr marL="742950" indent="-742950">
              <a:buAutoNum type="arabicPeriod" startAt="2"/>
            </a:pPr>
            <a:endParaRPr lang="fr-FR" sz="2400" b="1" dirty="0">
              <a:solidFill>
                <a:srgbClr val="E2007A"/>
              </a:solidFill>
              <a:latin typeface="Arial" pitchFamily="34" charset="0"/>
              <a:cs typeface="Arial" pitchFamily="34" charset="0"/>
            </a:endParaRP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FF0000"/>
                </a:solidFill>
                <a:latin typeface="Arial" pitchFamily="34" charset="0"/>
                <a:cs typeface="Arial" pitchFamily="34" charset="0"/>
              </a:rPr>
              <a:t>Le rouge</a:t>
            </a: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FFFF00"/>
                </a:solidFill>
                <a:latin typeface="Arial" pitchFamily="34" charset="0"/>
                <a:cs typeface="Arial" pitchFamily="34" charset="0"/>
              </a:rPr>
              <a:t>Le jaune</a:t>
            </a: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D4D600"/>
                </a:solidFill>
                <a:latin typeface="Arial" pitchFamily="34" charset="0"/>
                <a:cs typeface="Arial" pitchFamily="34" charset="0"/>
              </a:rPr>
              <a:t>Le vert</a:t>
            </a: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0070C0"/>
                </a:solidFill>
                <a:latin typeface="Arial" pitchFamily="34" charset="0"/>
                <a:cs typeface="Arial" pitchFamily="34" charset="0"/>
              </a:rPr>
              <a:t>Le bleu</a:t>
            </a:r>
            <a:endParaRPr lang="fr-FR" sz="2000" b="1" dirty="0">
              <a:solidFill>
                <a:srgbClr val="0070C0"/>
              </a:solidFill>
            </a:endParaRPr>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143240" y="2643182"/>
            <a:ext cx="2000264" cy="2071702"/>
          </a:xfrm>
          <a:prstGeom prst="smileyFace">
            <a:avLst/>
          </a:prstGeom>
          <a:solidFill>
            <a:srgbClr val="D4D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6929454" y="2643182"/>
            <a:ext cx="2000264" cy="2071702"/>
          </a:xfrm>
          <a:prstGeom prst="smileyFace">
            <a:avLst/>
          </a:prstGeom>
          <a:solidFill>
            <a:srgbClr val="E95D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3714744" y="5143512"/>
            <a:ext cx="928694" cy="369332"/>
          </a:xfrm>
          <a:prstGeom prst="rect">
            <a:avLst/>
          </a:prstGeom>
          <a:noFill/>
        </p:spPr>
        <p:txBody>
          <a:bodyPr wrap="square" rtlCol="0">
            <a:spAutoFit/>
          </a:bodyPr>
          <a:lstStyle/>
          <a:p>
            <a:pPr algn="ctr"/>
            <a:r>
              <a:rPr lang="fr-FR" b="1" dirty="0">
                <a:solidFill>
                  <a:srgbClr val="D4D600"/>
                </a:solidFill>
              </a:rPr>
              <a:t>VOUS</a:t>
            </a:r>
          </a:p>
        </p:txBody>
      </p:sp>
      <p:sp>
        <p:nvSpPr>
          <p:cNvPr id="11" name="ZoneTexte 10"/>
          <p:cNvSpPr txBox="1"/>
          <p:nvPr/>
        </p:nvSpPr>
        <p:spPr>
          <a:xfrm>
            <a:off x="6715140" y="5143512"/>
            <a:ext cx="2143140" cy="646331"/>
          </a:xfrm>
          <a:prstGeom prst="rect">
            <a:avLst/>
          </a:prstGeom>
          <a:noFill/>
        </p:spPr>
        <p:txBody>
          <a:bodyPr wrap="square" rtlCol="0">
            <a:spAutoFit/>
          </a:bodyPr>
          <a:lstStyle/>
          <a:p>
            <a:pPr algn="ctr"/>
            <a:r>
              <a:rPr lang="fr-FR" b="1" dirty="0">
                <a:solidFill>
                  <a:srgbClr val="E95D0F"/>
                </a:solidFill>
              </a:rPr>
              <a:t>VOTRE COLLABORATEUR</a:t>
            </a:r>
          </a:p>
        </p:txBody>
      </p:sp>
      <p:sp>
        <p:nvSpPr>
          <p:cNvPr id="12" name="Double flèche horizontale 11"/>
          <p:cNvSpPr/>
          <p:nvPr/>
        </p:nvSpPr>
        <p:spPr>
          <a:xfrm>
            <a:off x="5500694" y="3571876"/>
            <a:ext cx="1071570" cy="57150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fontScale="90000"/>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fontScale="85000" lnSpcReduction="10000"/>
          </a:bodyPr>
          <a:lstStyle/>
          <a:p>
            <a:pPr marL="742950" indent="-742950">
              <a:buNone/>
            </a:pPr>
            <a:r>
              <a:rPr lang="fr-FR" sz="2400" b="1" dirty="0">
                <a:solidFill>
                  <a:srgbClr val="E2007A"/>
                </a:solidFill>
                <a:latin typeface="Arial" pitchFamily="34" charset="0"/>
                <a:cs typeface="Arial" pitchFamily="34" charset="0"/>
              </a:rPr>
              <a:t>4.   Etre conscient des risques de son management</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Risques de sélection:</a:t>
            </a:r>
          </a:p>
          <a:p>
            <a:pPr marL="742950" indent="-742950">
              <a:buNone/>
            </a:pPr>
            <a:r>
              <a:rPr lang="fr-FR" sz="2000" dirty="0">
                <a:latin typeface="Arial" pitchFamily="34" charset="0"/>
                <a:cs typeface="Arial" pitchFamily="34" charset="0"/>
              </a:rPr>
              <a:t>	-autocrate: le rouge</a:t>
            </a:r>
          </a:p>
          <a:p>
            <a:pPr marL="742950" indent="-742950">
              <a:buNone/>
            </a:pPr>
            <a:r>
              <a:rPr lang="fr-FR" sz="2000" dirty="0">
                <a:latin typeface="Arial" pitchFamily="34" charset="0"/>
                <a:cs typeface="Arial" pitchFamily="34" charset="0"/>
              </a:rPr>
              <a:t>	-utopiste: jaune</a:t>
            </a:r>
          </a:p>
          <a:p>
            <a:pPr marL="742950" indent="-742950">
              <a:buNone/>
            </a:pPr>
            <a:r>
              <a:rPr lang="fr-FR" sz="2000" dirty="0">
                <a:latin typeface="Arial" pitchFamily="34" charset="0"/>
                <a:cs typeface="Arial" pitchFamily="34" charset="0"/>
              </a:rPr>
              <a:t>	-laxiste: vert</a:t>
            </a:r>
          </a:p>
          <a:p>
            <a:pPr marL="742950" indent="-742950">
              <a:buNone/>
            </a:pPr>
            <a:r>
              <a:rPr lang="fr-FR" sz="2000" dirty="0">
                <a:latin typeface="Arial" pitchFamily="34" charset="0"/>
                <a:cs typeface="Arial" pitchFamily="34" charset="0"/>
              </a:rPr>
              <a:t>	-technocrate: bleu</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Lien avec les couleurs du collaborateur:</a:t>
            </a:r>
          </a:p>
          <a:p>
            <a:pPr marL="742950" indent="-742950">
              <a:buNone/>
            </a:pPr>
            <a:r>
              <a:rPr lang="fr-FR" sz="2000" dirty="0">
                <a:latin typeface="Arial" pitchFamily="34" charset="0"/>
                <a:cs typeface="Arial" pitchFamily="34" charset="0"/>
              </a:rPr>
              <a:t>	-rouge/</a:t>
            </a:r>
            <a:r>
              <a:rPr lang="fr-FR" sz="2000" dirty="0" err="1">
                <a:latin typeface="Arial" pitchFamily="34" charset="0"/>
                <a:cs typeface="Arial" pitchFamily="34" charset="0"/>
              </a:rPr>
              <a:t>cow</a:t>
            </a:r>
            <a:r>
              <a:rPr lang="fr-FR" sz="2000" dirty="0">
                <a:latin typeface="Arial" pitchFamily="34" charset="0"/>
                <a:cs typeface="Arial" pitchFamily="34" charset="0"/>
              </a:rPr>
              <a:t> boy: indépendant, énergique, rapide, direct, fonceur, exigeant</a:t>
            </a:r>
          </a:p>
          <a:p>
            <a:pPr marL="742950" indent="-742950">
              <a:buNone/>
            </a:pPr>
            <a:r>
              <a:rPr lang="fr-FR" sz="2000" dirty="0">
                <a:latin typeface="Arial" pitchFamily="34" charset="0"/>
                <a:cs typeface="Arial" pitchFamily="34" charset="0"/>
              </a:rPr>
              <a:t>	-jaune/charmeur: expansif, enthousiaste, sociable, démonstratif, communicatif, tonique</a:t>
            </a:r>
          </a:p>
          <a:p>
            <a:pPr marL="742950" indent="-742950">
              <a:buNone/>
            </a:pPr>
            <a:r>
              <a:rPr lang="fr-FR" sz="2000" dirty="0">
                <a:latin typeface="Arial" pitchFamily="34" charset="0"/>
                <a:cs typeface="Arial" pitchFamily="34" charset="0"/>
              </a:rPr>
              <a:t>	-vert/confesseur: attentionné, calme, coopérant, patient, modeste, fiable</a:t>
            </a:r>
          </a:p>
          <a:p>
            <a:pPr marL="742950" indent="-742950">
              <a:buNone/>
            </a:pPr>
            <a:r>
              <a:rPr lang="fr-FR" sz="2000" dirty="0">
                <a:latin typeface="Arial" pitchFamily="34" charset="0"/>
                <a:cs typeface="Arial" pitchFamily="34" charset="0"/>
              </a:rPr>
              <a:t>	-bleu/savant: analytique, réservé, formel, précis, prudent, réfléchi</a:t>
            </a:r>
          </a:p>
          <a:p>
            <a:pPr marL="742950" indent="-742950">
              <a:buNone/>
            </a:pPr>
            <a:endParaRPr lang="fr-FR"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None/>
            </a:pPr>
            <a:r>
              <a:rPr lang="fr-FR" sz="2400" b="1" dirty="0">
                <a:solidFill>
                  <a:srgbClr val="E2007A"/>
                </a:solidFill>
                <a:latin typeface="Arial" pitchFamily="34" charset="0"/>
                <a:cs typeface="Arial" pitchFamily="34" charset="0"/>
              </a:rPr>
              <a:t>4.   Etre conscient des risques de son management</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Risques de distorsion:</a:t>
            </a:r>
          </a:p>
          <a:p>
            <a:pPr marL="742950" indent="-742950">
              <a:buNone/>
            </a:pPr>
            <a:r>
              <a:rPr lang="fr-FR" sz="2000" dirty="0">
                <a:latin typeface="Arial" pitchFamily="34" charset="0"/>
                <a:cs typeface="Arial" pitchFamily="34" charset="0"/>
              </a:rPr>
              <a:t>	La personne n’égale pas la fonction!</a:t>
            </a:r>
          </a:p>
          <a:p>
            <a:pPr marL="742950" indent="-742950">
              <a:buNone/>
            </a:pPr>
            <a:r>
              <a:rPr lang="fr-FR" sz="2000" dirty="0">
                <a:latin typeface="Arial" pitchFamily="34" charset="0"/>
                <a:cs typeface="Arial" pitchFamily="34" charset="0"/>
              </a:rPr>
              <a:t>	Hiérarchie des fonctions</a:t>
            </a:r>
          </a:p>
          <a:p>
            <a:pPr marL="742950" indent="-742950">
              <a:buNone/>
            </a:pPr>
            <a:r>
              <a:rPr lang="fr-FR" sz="2000" dirty="0">
                <a:latin typeface="Arial" pitchFamily="34" charset="0"/>
                <a:cs typeface="Arial" pitchFamily="34" charset="0"/>
              </a:rPr>
              <a:t>	Egalité des personnes</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Selon les couleurs:</a:t>
            </a:r>
          </a:p>
          <a:p>
            <a:pPr marL="742950" indent="-742950">
              <a:buNone/>
            </a:pPr>
            <a:r>
              <a:rPr lang="fr-FR" sz="2000" dirty="0">
                <a:latin typeface="Arial" pitchFamily="34" charset="0"/>
                <a:cs typeface="Arial" pitchFamily="34" charset="0"/>
              </a:rPr>
              <a:t>	-rouge: hiérarchie des personnes</a:t>
            </a:r>
          </a:p>
          <a:p>
            <a:pPr marL="742950" indent="-742950">
              <a:buNone/>
            </a:pPr>
            <a:r>
              <a:rPr lang="fr-FR" sz="2000" dirty="0">
                <a:latin typeface="Arial" pitchFamily="34" charset="0"/>
                <a:cs typeface="Arial" pitchFamily="34" charset="0"/>
              </a:rPr>
              <a:t>	-jaune: égalité des fonctions</a:t>
            </a:r>
          </a:p>
          <a:p>
            <a:pPr marL="742950" indent="-742950">
              <a:buNone/>
            </a:pPr>
            <a:r>
              <a:rPr lang="fr-FR" sz="2000" dirty="0">
                <a:latin typeface="Arial" pitchFamily="34" charset="0"/>
                <a:cs typeface="Arial" pitchFamily="34" charset="0"/>
              </a:rPr>
              <a:t>	-vert: égalité des personnes</a:t>
            </a:r>
          </a:p>
          <a:p>
            <a:pPr marL="742950" indent="-742950">
              <a:buNone/>
            </a:pPr>
            <a:r>
              <a:rPr lang="fr-FR" sz="2000" dirty="0">
                <a:latin typeface="Arial" pitchFamily="34" charset="0"/>
                <a:cs typeface="Arial" pitchFamily="34" charset="0"/>
              </a:rPr>
              <a:t>	-bleu: hiérarchie des fonctions</a:t>
            </a:r>
            <a:endParaRPr lang="fr-FR"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30256638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AutoNum type="arabicPeriod"/>
            </a:pPr>
            <a:r>
              <a:rPr lang="fr-FR" sz="2400" b="1" dirty="0">
                <a:solidFill>
                  <a:srgbClr val="E2007A"/>
                </a:solidFill>
                <a:latin typeface="Arial" pitchFamily="34" charset="0"/>
                <a:cs typeface="Arial" pitchFamily="34" charset="0"/>
              </a:rPr>
              <a:t>Manager et prendre soin</a:t>
            </a:r>
            <a:endParaRPr lang="fr-FR" sz="2000" b="1" dirty="0">
              <a:solidFill>
                <a:srgbClr val="E2007A"/>
              </a:solidFill>
              <a:latin typeface="Arial" pitchFamily="34" charset="0"/>
              <a:cs typeface="Arial" pitchFamily="34" charset="0"/>
            </a:endParaRPr>
          </a:p>
          <a:p>
            <a:pPr marL="742950" indent="-742950">
              <a:buNone/>
            </a:pPr>
            <a:r>
              <a:rPr lang="fr-FR" sz="2000" dirty="0"/>
              <a:t> 	</a:t>
            </a:r>
            <a:r>
              <a:rPr lang="fr-FR" sz="2000" b="1" dirty="0"/>
              <a:t>Bernard </a:t>
            </a:r>
            <a:r>
              <a:rPr lang="fr-FR" sz="2000" b="1" dirty="0" err="1"/>
              <a:t>Stiegler</a:t>
            </a:r>
            <a:r>
              <a:rPr lang="fr-FR" sz="2000" b="1" dirty="0"/>
              <a:t> </a:t>
            </a:r>
            <a:r>
              <a:rPr lang="fr-FR" sz="2000" dirty="0"/>
              <a:t>définit le mot Ménager :</a:t>
            </a:r>
          </a:p>
          <a:p>
            <a:pPr marL="742950" indent="-742950">
              <a:buNone/>
            </a:pPr>
            <a:endParaRPr lang="fr-FR" sz="2000" dirty="0"/>
          </a:p>
          <a:p>
            <a:pPr marL="742950" indent="-742950">
              <a:buNone/>
            </a:pPr>
            <a:r>
              <a:rPr lang="fr-FR" sz="2000" dirty="0"/>
              <a:t>	 " Ménager c’est aussi </a:t>
            </a:r>
            <a:r>
              <a:rPr lang="fr-FR" sz="2000" b="1" dirty="0"/>
              <a:t>veiller</a:t>
            </a:r>
            <a:r>
              <a:rPr lang="fr-FR" sz="2000" dirty="0"/>
              <a:t> et non pas seulement surveiller, sans quoi le travail rejoint son origine étymologique d’instrument de torture. Ménager, c’est donc travailler sur la </a:t>
            </a:r>
            <a:r>
              <a:rPr lang="fr-FR" sz="2000" b="1" dirty="0"/>
              <a:t>durée</a:t>
            </a:r>
            <a:r>
              <a:rPr lang="fr-FR" sz="2000" dirty="0"/>
              <a:t>, et non en épuisant les fameuses " ressources humaines " dans lesquelles on puise comme dans un puits sans fond. Ménager, c’est aussi une écologie des relations humaines et des richesses humaines, c’est </a:t>
            </a:r>
            <a:r>
              <a:rPr lang="fr-FR" sz="2000" b="1" dirty="0"/>
              <a:t>préserver le capital humain</a:t>
            </a:r>
            <a:r>
              <a:rPr lang="fr-FR" sz="2000" dirty="0"/>
              <a:t>. Ménager c’est aussi faire le ménage, pas dans le sens de virer comme un malpropre mais dans celui de renouveler, de rénover, de discuter pour avancer malgré les discordes, qui sont des atouts pour éviter les erreurs qui pourraient résulter de la décision ". </a:t>
            </a:r>
            <a:br>
              <a:rPr lang="fr-FR" sz="2000" dirty="0"/>
            </a:br>
            <a:endParaRPr lang="fr-FR" sz="2000" b="1" dirty="0">
              <a:solidFill>
                <a:srgbClr val="E95D0F"/>
              </a:solidFill>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400" b="1" dirty="0">
                <a:solidFill>
                  <a:srgbClr val="E2007A"/>
                </a:solidFill>
                <a:latin typeface="Arial" pitchFamily="34" charset="0"/>
                <a:cs typeface="Arial" pitchFamily="34" charset="0"/>
              </a:rPr>
              <a:t>Manager et prendre soin</a:t>
            </a:r>
            <a:endParaRPr lang="fr-FR" sz="2000" b="1" dirty="0">
              <a:solidFill>
                <a:srgbClr val="E2007A"/>
              </a:solidFill>
              <a:latin typeface="Arial" pitchFamily="34" charset="0"/>
              <a:cs typeface="Arial" pitchFamily="34" charset="0"/>
            </a:endParaRPr>
          </a:p>
          <a:p>
            <a:pPr marL="742950" indent="-295275">
              <a:buNone/>
            </a:pPr>
            <a:r>
              <a:rPr lang="fr-FR" sz="2400" dirty="0"/>
              <a:t>	-Considérer l'Autre comme une personne</a:t>
            </a:r>
          </a:p>
          <a:p>
            <a:pPr marL="742950" indent="-295275">
              <a:buNone/>
            </a:pPr>
            <a:r>
              <a:rPr lang="fr-FR" sz="2400" i="1" dirty="0">
                <a:solidFill>
                  <a:srgbClr val="E95D0F"/>
                </a:solidFill>
                <a:latin typeface="Arial" pitchFamily="34" charset="0"/>
                <a:cs typeface="Arial" pitchFamily="34" charset="0"/>
              </a:rPr>
              <a:t>	</a:t>
            </a:r>
            <a:r>
              <a:rPr lang="fr-FR" sz="2400" i="1" dirty="0">
                <a:latin typeface="Arial" pitchFamily="34" charset="0"/>
                <a:cs typeface="Arial" pitchFamily="34" charset="0"/>
              </a:rPr>
              <a:t>-</a:t>
            </a:r>
            <a:r>
              <a:rPr lang="fr-FR" sz="2400" dirty="0"/>
              <a:t>La nécessité de connaître les besoins relationnels de l'Autre</a:t>
            </a:r>
          </a:p>
          <a:p>
            <a:pPr marL="742950" indent="-295275">
              <a:buNone/>
            </a:pPr>
            <a:r>
              <a:rPr lang="fr-FR" sz="2400" b="1" i="1" dirty="0">
                <a:solidFill>
                  <a:srgbClr val="E95D0F"/>
                </a:solidFill>
                <a:latin typeface="Arial" pitchFamily="34" charset="0"/>
                <a:cs typeface="Arial" pitchFamily="34" charset="0"/>
              </a:rPr>
              <a:t>		</a:t>
            </a:r>
            <a:r>
              <a:rPr lang="fr-FR" sz="2400" dirty="0"/>
              <a:t>1.Besoin de se dire </a:t>
            </a:r>
            <a:br>
              <a:rPr lang="fr-FR" sz="2400" dirty="0"/>
            </a:br>
            <a:r>
              <a:rPr lang="fr-FR" sz="2400" dirty="0"/>
              <a:t>	2.Besoin d'être entendu </a:t>
            </a:r>
            <a:br>
              <a:rPr lang="fr-FR" sz="2400" dirty="0"/>
            </a:br>
            <a:r>
              <a:rPr lang="fr-FR" sz="2400" dirty="0"/>
              <a:t>	3.Besoin d'être reconnu (tel que je suis) </a:t>
            </a:r>
            <a:br>
              <a:rPr lang="fr-FR" sz="2400" dirty="0"/>
            </a:br>
            <a:r>
              <a:rPr lang="fr-FR" sz="2400" dirty="0"/>
              <a:t>	4.﻿Besoin d'être valorisé </a:t>
            </a:r>
            <a:br>
              <a:rPr lang="fr-FR" sz="2400" dirty="0"/>
            </a:br>
            <a:r>
              <a:rPr lang="fr-FR" sz="2400" dirty="0"/>
              <a:t>	5.Besoin de rêver </a:t>
            </a:r>
            <a:br>
              <a:rPr lang="fr-FR" sz="2400" dirty="0"/>
            </a:b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Organigramme : Connecteur 7"/>
          <p:cNvSpPr/>
          <p:nvPr/>
        </p:nvSpPr>
        <p:spPr>
          <a:xfrm>
            <a:off x="7000892" y="4071942"/>
            <a:ext cx="1857388" cy="1857388"/>
          </a:xfrm>
          <a:prstGeom prst="flowChartConnector">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D4D600"/>
              </a:solidFill>
            </a:endParaRPr>
          </a:p>
        </p:txBody>
      </p:sp>
      <p:sp>
        <p:nvSpPr>
          <p:cNvPr id="9" name="Organigramme : Connecteur 8"/>
          <p:cNvSpPr/>
          <p:nvPr/>
        </p:nvSpPr>
        <p:spPr>
          <a:xfrm>
            <a:off x="7643834" y="4786322"/>
            <a:ext cx="500066" cy="500066"/>
          </a:xfrm>
          <a:prstGeom prst="flowChartConnector">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5715008" y="5715016"/>
            <a:ext cx="1500198" cy="369332"/>
          </a:xfrm>
          <a:prstGeom prst="rect">
            <a:avLst/>
          </a:prstGeom>
          <a:noFill/>
        </p:spPr>
        <p:txBody>
          <a:bodyPr wrap="square" rtlCol="0">
            <a:spAutoFit/>
          </a:bodyPr>
          <a:lstStyle/>
          <a:p>
            <a:r>
              <a:rPr lang="fr-FR" b="1" dirty="0">
                <a:solidFill>
                  <a:srgbClr val="E95D0F"/>
                </a:solidFill>
              </a:rPr>
              <a:t>Estime de soi</a:t>
            </a:r>
          </a:p>
        </p:txBody>
      </p:sp>
      <p:sp>
        <p:nvSpPr>
          <p:cNvPr id="11" name="ZoneTexte 10"/>
          <p:cNvSpPr txBox="1"/>
          <p:nvPr/>
        </p:nvSpPr>
        <p:spPr>
          <a:xfrm>
            <a:off x="4786314" y="4786322"/>
            <a:ext cx="1928826" cy="369332"/>
          </a:xfrm>
          <a:prstGeom prst="rect">
            <a:avLst/>
          </a:prstGeom>
          <a:noFill/>
        </p:spPr>
        <p:txBody>
          <a:bodyPr wrap="square" rtlCol="0">
            <a:spAutoFit/>
          </a:bodyPr>
          <a:lstStyle/>
          <a:p>
            <a:pPr algn="r"/>
            <a:r>
              <a:rPr lang="fr-FR" b="1" dirty="0">
                <a:solidFill>
                  <a:srgbClr val="93117E"/>
                </a:solidFill>
              </a:rPr>
              <a:t>Confiance en soi</a:t>
            </a:r>
          </a:p>
        </p:txBody>
      </p:sp>
      <p:cxnSp>
        <p:nvCxnSpPr>
          <p:cNvPr id="13" name="Connecteur droit avec flèche 12"/>
          <p:cNvCxnSpPr/>
          <p:nvPr/>
        </p:nvCxnSpPr>
        <p:spPr>
          <a:xfrm>
            <a:off x="6786578" y="5000636"/>
            <a:ext cx="642942" cy="1588"/>
          </a:xfrm>
          <a:prstGeom prst="straightConnector1">
            <a:avLst/>
          </a:prstGeom>
          <a:ln w="25400">
            <a:solidFill>
              <a:srgbClr val="93117E"/>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a:endCxn id="9" idx="3"/>
          </p:cNvCxnSpPr>
          <p:nvPr/>
        </p:nvCxnSpPr>
        <p:spPr>
          <a:xfrm rot="5400000" flipH="1" flipV="1">
            <a:off x="7143768" y="5213156"/>
            <a:ext cx="573299" cy="573299"/>
          </a:xfrm>
          <a:prstGeom prst="straightConnector1">
            <a:avLst/>
          </a:prstGeom>
          <a:ln w="25400">
            <a:solidFill>
              <a:srgbClr val="E95D0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572032"/>
          </a:xfrm>
        </p:spPr>
        <p:txBody>
          <a:bodyPr>
            <a:normAutofit/>
          </a:bodyPr>
          <a:lstStyle/>
          <a:p>
            <a:pPr marL="742950" indent="-742950">
              <a:buNone/>
            </a:pPr>
            <a:r>
              <a:rPr lang="fr-FR" sz="2400" b="1" dirty="0">
                <a:solidFill>
                  <a:srgbClr val="E2007A"/>
                </a:solidFill>
                <a:latin typeface="Arial" pitchFamily="34" charset="0"/>
                <a:cs typeface="Arial" pitchFamily="34" charset="0"/>
              </a:rPr>
              <a:t>2. La confiance: comment la construire?</a:t>
            </a:r>
          </a:p>
          <a:p>
            <a:pPr marL="742950" indent="-295275">
              <a:buNone/>
            </a:pPr>
            <a:r>
              <a:rPr lang="fr-FR" sz="2400" dirty="0"/>
              <a:t>	</a:t>
            </a:r>
            <a:br>
              <a:rPr lang="fr-FR" sz="2400" dirty="0"/>
            </a:b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1785918" y="2285992"/>
            <a:ext cx="5643602" cy="3786214"/>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solidFill>
                  <a:schemeClr val="tx1"/>
                </a:solidFill>
                <a:latin typeface="Arial" pitchFamily="34" charset="0"/>
                <a:cs typeface="Arial" pitchFamily="34" charset="0"/>
              </a:rPr>
              <a:t>1- Jouer la transparence</a:t>
            </a:r>
          </a:p>
          <a:p>
            <a:r>
              <a:rPr lang="fr-FR" sz="2400" dirty="0">
                <a:solidFill>
                  <a:schemeClr val="tx1"/>
                </a:solidFill>
                <a:latin typeface="Arial" pitchFamily="34" charset="0"/>
                <a:cs typeface="Arial" pitchFamily="34" charset="0"/>
              </a:rPr>
              <a:t>2- Agir de façon équitable</a:t>
            </a:r>
          </a:p>
          <a:p>
            <a:r>
              <a:rPr lang="fr-FR" sz="2400" dirty="0">
                <a:solidFill>
                  <a:schemeClr val="tx1"/>
                </a:solidFill>
                <a:latin typeface="Arial" pitchFamily="34" charset="0"/>
                <a:cs typeface="Arial" pitchFamily="34" charset="0"/>
              </a:rPr>
              <a:t>3- Exprimer ses sentiments</a:t>
            </a:r>
          </a:p>
          <a:p>
            <a:r>
              <a:rPr lang="fr-FR" sz="2400" dirty="0">
                <a:solidFill>
                  <a:schemeClr val="tx1"/>
                </a:solidFill>
                <a:latin typeface="Arial" pitchFamily="34" charset="0"/>
                <a:cs typeface="Arial" pitchFamily="34" charset="0"/>
              </a:rPr>
              <a:t>4- Dire la vérité</a:t>
            </a:r>
          </a:p>
          <a:p>
            <a:r>
              <a:rPr lang="fr-FR" sz="2400" dirty="0">
                <a:solidFill>
                  <a:schemeClr val="tx1"/>
                </a:solidFill>
                <a:latin typeface="Arial" pitchFamily="34" charset="0"/>
                <a:cs typeface="Arial" pitchFamily="34" charset="0"/>
              </a:rPr>
              <a:t>5- Etre cohérent</a:t>
            </a:r>
          </a:p>
          <a:p>
            <a:r>
              <a:rPr lang="fr-FR" sz="2400" dirty="0">
                <a:solidFill>
                  <a:schemeClr val="tx1"/>
                </a:solidFill>
                <a:latin typeface="Arial" pitchFamily="34" charset="0"/>
                <a:cs typeface="Arial" pitchFamily="34" charset="0"/>
              </a:rPr>
              <a:t>6- Tenir ses promesses</a:t>
            </a:r>
          </a:p>
          <a:p>
            <a:r>
              <a:rPr lang="fr-FR" sz="2400" dirty="0">
                <a:solidFill>
                  <a:schemeClr val="tx1"/>
                </a:solidFill>
                <a:latin typeface="Arial" pitchFamily="34" charset="0"/>
                <a:cs typeface="Arial" pitchFamily="34" charset="0"/>
              </a:rPr>
              <a:t>7- Protéger les confidences</a:t>
            </a:r>
          </a:p>
          <a:p>
            <a:r>
              <a:rPr lang="fr-FR" sz="2400" dirty="0">
                <a:solidFill>
                  <a:schemeClr val="tx1"/>
                </a:solidFill>
                <a:latin typeface="Arial" pitchFamily="34" charset="0"/>
                <a:cs typeface="Arial" pitchFamily="34" charset="0"/>
              </a:rPr>
              <a:t>8- Afficher votre propre assurance</a:t>
            </a:r>
            <a:endParaRPr lang="fr-FR" sz="2400" dirty="0">
              <a:latin typeface="Arial" pitchFamily="34" charset="0"/>
              <a:cs typeface="Arial"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0" indent="0">
              <a:buNone/>
            </a:pPr>
            <a:r>
              <a:rPr lang="fr-FR" sz="2000" b="1" dirty="0">
                <a:solidFill>
                  <a:srgbClr val="E2007A"/>
                </a:solidFill>
                <a:latin typeface="Arial" pitchFamily="34" charset="0"/>
                <a:cs typeface="Arial" pitchFamily="34" charset="0"/>
              </a:rPr>
              <a:t>3. Verbal et non verbal</a:t>
            </a:r>
          </a:p>
          <a:p>
            <a:pPr marL="742950" indent="-295275">
              <a:buNone/>
            </a:pPr>
            <a:r>
              <a:rPr lang="fr-FR" sz="2400" dirty="0"/>
              <a:t>	</a:t>
            </a:r>
          </a:p>
          <a:p>
            <a:pPr marL="742950" indent="-295275">
              <a:buNone/>
            </a:pPr>
            <a:r>
              <a:rPr lang="fr-FR" sz="2400" b="1" i="1" dirty="0" err="1">
                <a:solidFill>
                  <a:srgbClr val="E95D0F"/>
                </a:solidFill>
              </a:rPr>
              <a:t>Video</a:t>
            </a:r>
            <a:r>
              <a:rPr lang="fr-FR" sz="2400" b="1" i="1" dirty="0">
                <a:solidFill>
                  <a:srgbClr val="E95D0F"/>
                </a:solidFill>
              </a:rPr>
              <a:t> « Itinéraire d’un enfant gâté »</a:t>
            </a:r>
          </a:p>
          <a:p>
            <a:pPr marL="742950" indent="-295275">
              <a:buNone/>
            </a:pPr>
            <a:r>
              <a:rPr lang="fr-FR" sz="2400" dirty="0"/>
              <a:t>https://www.youtube.com/watch?v=mimIGKzwOX0 </a:t>
            </a:r>
            <a:br>
              <a:rPr lang="fr-FR" sz="2400" dirty="0"/>
            </a:b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4. Points essentiels de la PNL</a:t>
            </a:r>
          </a:p>
          <a:p>
            <a:pPr marL="742950" indent="-742950">
              <a:buNone/>
            </a:pPr>
            <a:endParaRPr lang="fr-FR" sz="2000" b="1" dirty="0">
              <a:solidFill>
                <a:srgbClr val="E2007A"/>
              </a:solidFill>
              <a:latin typeface="Arial" pitchFamily="34" charset="0"/>
              <a:cs typeface="Arial" pitchFamily="34" charset="0"/>
            </a:endParaRPr>
          </a:p>
          <a:p>
            <a:pPr marL="714375" indent="-266700"/>
            <a:r>
              <a:rPr lang="fr-FR" sz="2400" dirty="0"/>
              <a:t>Distance conversationnelle</a:t>
            </a:r>
          </a:p>
          <a:p>
            <a:pPr marL="742950" indent="-295275"/>
            <a:r>
              <a:rPr lang="fr-FR" sz="2400" dirty="0"/>
              <a:t>Mimétisme comportemental</a:t>
            </a:r>
          </a:p>
          <a:p>
            <a:pPr marL="742950" indent="-295275"/>
            <a:r>
              <a:rPr lang="fr-FR" sz="2400" dirty="0"/>
              <a:t>Entrer facilement en relation</a:t>
            </a:r>
          </a:p>
          <a:p>
            <a:pPr marL="742950" indent="-295275"/>
            <a:endParaRPr lang="fr-FR" sz="2400" dirty="0"/>
          </a:p>
          <a:p>
            <a:pPr marL="742950" indent="-295275"/>
            <a:r>
              <a:rPr lang="fr-FR" sz="2400" dirty="0"/>
              <a:t>L’observation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5. La métacommunication</a:t>
            </a:r>
          </a:p>
          <a:p>
            <a:pPr marL="742950" indent="-742950">
              <a:buNone/>
            </a:pPr>
            <a:endParaRPr lang="fr-FR" sz="2000" b="1" dirty="0">
              <a:solidFill>
                <a:srgbClr val="E2007A"/>
              </a:solidFill>
              <a:latin typeface="Arial" pitchFamily="34" charset="0"/>
              <a:cs typeface="Arial" pitchFamily="34" charset="0"/>
            </a:endParaRPr>
          </a:p>
          <a:p>
            <a:pPr marL="809625" indent="-361950"/>
            <a:r>
              <a:rPr lang="fr-FR" sz="2400" dirty="0"/>
              <a:t>Les drivers:</a:t>
            </a:r>
          </a:p>
          <a:p>
            <a:pPr marL="1209675" lvl="1" indent="-361950"/>
            <a:r>
              <a:rPr lang="fr-FR" sz="2400" dirty="0"/>
              <a:t>« Sois parfait »</a:t>
            </a:r>
          </a:p>
          <a:p>
            <a:pPr marL="1209675" lvl="1" indent="-361950"/>
            <a:r>
              <a:rPr lang="fr-FR" sz="2400" dirty="0"/>
              <a:t>« Sois fort »</a:t>
            </a:r>
          </a:p>
          <a:p>
            <a:pPr marL="1209675" lvl="1" indent="-361950"/>
            <a:r>
              <a:rPr lang="fr-FR" sz="2400" dirty="0"/>
              <a:t>« Fais des efforts »</a:t>
            </a:r>
          </a:p>
          <a:p>
            <a:pPr marL="1209675" lvl="1" indent="-361950"/>
            <a:r>
              <a:rPr lang="fr-FR" sz="2400" dirty="0"/>
              <a:t>« Fais plaisir »</a:t>
            </a:r>
          </a:p>
          <a:p>
            <a:pPr marL="1209675" lvl="1" indent="-361950"/>
            <a:r>
              <a:rPr lang="fr-FR" sz="2400" dirty="0"/>
              <a:t>« Dépêche-toi »</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61</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7108018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1. La motivation</a:t>
            </a:r>
          </a:p>
          <a:p>
            <a:pPr marL="742950" indent="-28575"/>
            <a:r>
              <a:rPr lang="fr-FR" sz="2400" dirty="0"/>
              <a:t>	Le processus:</a:t>
            </a:r>
          </a:p>
          <a:p>
            <a:pPr marL="742950" indent="-28575">
              <a:buNone/>
            </a:pPr>
            <a:endParaRPr lang="fr-FR" sz="2400" dirty="0"/>
          </a:p>
          <a:p>
            <a:pPr marL="742950" indent="-28575"/>
            <a:endParaRPr lang="fr-FR" sz="2400"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Pentagone 7"/>
          <p:cNvSpPr/>
          <p:nvPr/>
        </p:nvSpPr>
        <p:spPr>
          <a:xfrm>
            <a:off x="357158"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Besoin non satisfait</a:t>
            </a:r>
          </a:p>
        </p:txBody>
      </p:sp>
      <p:sp>
        <p:nvSpPr>
          <p:cNvPr id="9" name="Carré corné 8"/>
          <p:cNvSpPr/>
          <p:nvPr/>
        </p:nvSpPr>
        <p:spPr>
          <a:xfrm>
            <a:off x="7429520" y="2571744"/>
            <a:ext cx="1500198" cy="2214578"/>
          </a:xfrm>
          <a:prstGeom prst="foldedCorner">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93117E"/>
                </a:solidFill>
              </a:rPr>
              <a:t>Réduction de la tension</a:t>
            </a:r>
          </a:p>
        </p:txBody>
      </p:sp>
      <p:sp>
        <p:nvSpPr>
          <p:cNvPr id="10" name="Pentagone 9"/>
          <p:cNvSpPr/>
          <p:nvPr/>
        </p:nvSpPr>
        <p:spPr>
          <a:xfrm>
            <a:off x="1714480"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Tension</a:t>
            </a:r>
          </a:p>
        </p:txBody>
      </p:sp>
      <p:sp>
        <p:nvSpPr>
          <p:cNvPr id="11" name="Pentagone 10"/>
          <p:cNvSpPr/>
          <p:nvPr/>
        </p:nvSpPr>
        <p:spPr>
          <a:xfrm>
            <a:off x="3143240"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Pulsion dynamique</a:t>
            </a:r>
          </a:p>
        </p:txBody>
      </p:sp>
      <p:sp>
        <p:nvSpPr>
          <p:cNvPr id="12" name="Pentagone 11"/>
          <p:cNvSpPr/>
          <p:nvPr/>
        </p:nvSpPr>
        <p:spPr>
          <a:xfrm>
            <a:off x="4572000"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Comportement de recherche</a:t>
            </a:r>
          </a:p>
        </p:txBody>
      </p:sp>
      <p:sp>
        <p:nvSpPr>
          <p:cNvPr id="13" name="Pentagone 12"/>
          <p:cNvSpPr/>
          <p:nvPr/>
        </p:nvSpPr>
        <p:spPr>
          <a:xfrm>
            <a:off x="6000760" y="2857496"/>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Besoin satisfait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5" name="Espace réservé du contenu 4"/>
          <p:cNvSpPr>
            <a:spLocks noGrp="1"/>
          </p:cNvSpPr>
          <p:nvPr>
            <p:ph idx="1"/>
          </p:nvPr>
        </p:nvSpPr>
        <p:spPr>
          <a:xfrm>
            <a:off x="428596" y="1500174"/>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2. Huit points clés pour motiver</a:t>
            </a:r>
            <a:endParaRPr lang="fr-FR" sz="2000" b="1" dirty="0">
              <a:solidFill>
                <a:srgbClr val="E2007A"/>
              </a:solidFill>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1785918" y="2285992"/>
            <a:ext cx="5643602" cy="3786214"/>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1857356" y="2428868"/>
            <a:ext cx="5500726" cy="3170099"/>
          </a:xfrm>
          <a:prstGeom prst="rect">
            <a:avLst/>
          </a:prstGeom>
        </p:spPr>
        <p:txBody>
          <a:bodyPr wrap="square">
            <a:spAutoFit/>
          </a:bodyPr>
          <a:lstStyle/>
          <a:p>
            <a:pPr marL="742950" indent="-295275">
              <a:buNone/>
            </a:pPr>
            <a:r>
              <a:rPr lang="fr-FR" sz="2000" dirty="0"/>
              <a:t>1- Tenir compte des différences individuelles</a:t>
            </a:r>
          </a:p>
          <a:p>
            <a:pPr marL="742950" indent="-295275">
              <a:buNone/>
            </a:pPr>
            <a:r>
              <a:rPr lang="fr-FR" sz="2000" dirty="0"/>
              <a:t>2- Adapter l’emploi à l’employé</a:t>
            </a:r>
          </a:p>
          <a:p>
            <a:pPr marL="742950" indent="-295275">
              <a:buNone/>
            </a:pPr>
            <a:r>
              <a:rPr lang="fr-FR" sz="2000" dirty="0"/>
              <a:t>3- Miser sur les objectifs</a:t>
            </a:r>
          </a:p>
          <a:p>
            <a:pPr marL="742950" indent="-295275">
              <a:buNone/>
            </a:pPr>
            <a:r>
              <a:rPr lang="fr-FR" sz="2000" dirty="0"/>
              <a:t>4- S’assurer que les objectifs paraissent réalisables</a:t>
            </a:r>
          </a:p>
          <a:p>
            <a:pPr marL="742950" indent="-295275">
              <a:buNone/>
            </a:pPr>
            <a:r>
              <a:rPr lang="fr-FR" sz="2000" dirty="0"/>
              <a:t>5- Individualiser les rétributions</a:t>
            </a:r>
          </a:p>
          <a:p>
            <a:pPr marL="742950" indent="-295275">
              <a:buNone/>
            </a:pPr>
            <a:r>
              <a:rPr lang="fr-FR" sz="2000" dirty="0"/>
              <a:t>6- Subordonner les rétributions aux performances</a:t>
            </a:r>
          </a:p>
          <a:p>
            <a:pPr marL="742950" indent="-295275">
              <a:buNone/>
            </a:pPr>
            <a:r>
              <a:rPr lang="fr-FR" sz="2000" dirty="0"/>
              <a:t>7- Contrôler l’équité du système</a:t>
            </a:r>
          </a:p>
          <a:p>
            <a:pPr marL="742950" indent="-295275">
              <a:buNone/>
            </a:pPr>
            <a:r>
              <a:rPr lang="fr-FR" sz="2000" dirty="0"/>
              <a:t>8- Ne pas négliger l’importance de l’argent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5" name="Espace réservé du contenu 4"/>
          <p:cNvSpPr>
            <a:spLocks noGrp="1"/>
          </p:cNvSpPr>
          <p:nvPr>
            <p:ph idx="1"/>
          </p:nvPr>
        </p:nvSpPr>
        <p:spPr>
          <a:xfrm>
            <a:off x="428596" y="1500174"/>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3. Primes et motivations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400" b="1" dirty="0">
                <a:solidFill>
                  <a:srgbClr val="E2007A"/>
                </a:solidFill>
                <a:latin typeface="Arial" pitchFamily="34" charset="0"/>
                <a:cs typeface="Arial" pitchFamily="34" charset="0"/>
              </a:rPr>
              <a:t>	</a:t>
            </a:r>
            <a:r>
              <a:rPr lang="fr-FR" sz="2400" b="1" dirty="0">
                <a:latin typeface="Arial" pitchFamily="34" charset="0"/>
                <a:cs typeface="Arial" pitchFamily="34" charset="0"/>
              </a:rPr>
              <a:t>-CA, marge, clients</a:t>
            </a:r>
          </a:p>
          <a:p>
            <a:pPr marL="742950" indent="-742950">
              <a:buNone/>
            </a:pPr>
            <a:r>
              <a:rPr lang="fr-FR" sz="2400" b="1" dirty="0">
                <a:latin typeface="Arial" pitchFamily="34" charset="0"/>
                <a:cs typeface="Arial" pitchFamily="34" charset="0"/>
              </a:rPr>
              <a:t>	-technique</a:t>
            </a:r>
          </a:p>
          <a:p>
            <a:pPr marL="742950" indent="-742950">
              <a:buNone/>
            </a:pPr>
            <a:r>
              <a:rPr lang="fr-FR" sz="2400" b="1" dirty="0">
                <a:latin typeface="Arial" pitchFamily="34" charset="0"/>
                <a:cs typeface="Arial" pitchFamily="34" charset="0"/>
              </a:rPr>
              <a:t>	-comportemental</a:t>
            </a:r>
            <a:endParaRPr lang="fr-FR" sz="2000" b="1" dirty="0">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fontScale="90000"/>
          </a:bodyPr>
          <a:lstStyle/>
          <a:p>
            <a:r>
              <a:rPr lang="fr-FR" b="1" dirty="0">
                <a:solidFill>
                  <a:srgbClr val="E95D0F"/>
                </a:solidFill>
                <a:latin typeface="Arial" pitchFamily="34" charset="0"/>
                <a:cs typeface="Arial" pitchFamily="34" charset="0"/>
              </a:rPr>
              <a:t>G- La fixation des objectifs</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65</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181147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00858" cy="1143000"/>
          </a:xfrm>
        </p:spPr>
        <p:txBody>
          <a:bodyPr>
            <a:normAutofit/>
          </a:bodyPr>
          <a:lstStyle/>
          <a:p>
            <a:r>
              <a:rPr lang="fr-FR" b="1" dirty="0">
                <a:solidFill>
                  <a:srgbClr val="E95D0F"/>
                </a:solidFill>
                <a:latin typeface="Arial" pitchFamily="34" charset="0"/>
                <a:cs typeface="Arial" pitchFamily="34" charset="0"/>
              </a:rPr>
              <a:t>G- </a:t>
            </a:r>
            <a:r>
              <a:rPr lang="fr-FR" sz="4000" b="1" dirty="0">
                <a:solidFill>
                  <a:srgbClr val="E95D0F"/>
                </a:solidFill>
                <a:latin typeface="Arial" pitchFamily="34" charset="0"/>
                <a:cs typeface="Arial" pitchFamily="34" charset="0"/>
              </a:rPr>
              <a:t>Fixation des objectifs</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1. Ils doivent être conçus en respectant la méthode:</a:t>
            </a:r>
          </a:p>
          <a:p>
            <a:pPr marL="1209675" lvl="1" indent="-361950">
              <a:buNone/>
            </a:pPr>
            <a:r>
              <a:rPr lang="fr-FR" sz="4000" b="1" dirty="0">
                <a:solidFill>
                  <a:srgbClr val="E95D0F"/>
                </a:solidFill>
              </a:rPr>
              <a:t>S</a:t>
            </a:r>
            <a:r>
              <a:rPr lang="fr-FR" sz="3200" dirty="0"/>
              <a:t>   </a:t>
            </a:r>
            <a:r>
              <a:rPr lang="fr-FR" sz="3200" dirty="0" err="1"/>
              <a:t>pécifique</a:t>
            </a:r>
            <a:endParaRPr lang="fr-FR" sz="3200" dirty="0"/>
          </a:p>
          <a:p>
            <a:pPr marL="1209675" lvl="1" indent="-361950">
              <a:buNone/>
            </a:pPr>
            <a:r>
              <a:rPr lang="fr-FR" sz="4000" b="1" dirty="0">
                <a:solidFill>
                  <a:srgbClr val="E95D0F"/>
                </a:solidFill>
              </a:rPr>
              <a:t>M</a:t>
            </a:r>
            <a:r>
              <a:rPr lang="fr-FR" sz="3200" dirty="0"/>
              <a:t> </a:t>
            </a:r>
            <a:r>
              <a:rPr lang="fr-FR" sz="3200" dirty="0" err="1"/>
              <a:t>esurable</a:t>
            </a:r>
            <a:endParaRPr lang="fr-FR" sz="3200" dirty="0"/>
          </a:p>
          <a:p>
            <a:pPr marL="1209675" lvl="1" indent="-361950">
              <a:buNone/>
            </a:pPr>
            <a:r>
              <a:rPr lang="fr-FR" sz="4000" b="1" dirty="0">
                <a:solidFill>
                  <a:srgbClr val="E95D0F"/>
                </a:solidFill>
              </a:rPr>
              <a:t>A</a:t>
            </a:r>
            <a:r>
              <a:rPr lang="fr-FR" sz="3200" dirty="0"/>
              <a:t>   </a:t>
            </a:r>
            <a:r>
              <a:rPr lang="fr-FR" sz="3200" dirty="0" err="1"/>
              <a:t>tteignable</a:t>
            </a:r>
            <a:endParaRPr lang="fr-FR" sz="3200" dirty="0"/>
          </a:p>
          <a:p>
            <a:pPr marL="1209675" lvl="1" indent="-361950">
              <a:buNone/>
            </a:pPr>
            <a:r>
              <a:rPr lang="fr-FR" sz="4000" b="1" dirty="0">
                <a:solidFill>
                  <a:srgbClr val="E95D0F"/>
                </a:solidFill>
              </a:rPr>
              <a:t>R</a:t>
            </a:r>
            <a:r>
              <a:rPr lang="fr-FR" sz="3200" dirty="0"/>
              <a:t>   </a:t>
            </a:r>
            <a:r>
              <a:rPr lang="fr-FR" sz="3200" dirty="0" err="1"/>
              <a:t>éalisable</a:t>
            </a:r>
            <a:endParaRPr lang="fr-FR" sz="3200" dirty="0"/>
          </a:p>
          <a:p>
            <a:pPr marL="1209675" lvl="1" indent="-361950">
              <a:buNone/>
            </a:pPr>
            <a:r>
              <a:rPr lang="fr-FR" sz="4000" b="1" dirty="0">
                <a:solidFill>
                  <a:srgbClr val="E95D0F"/>
                </a:solidFill>
              </a:rPr>
              <a:t>T</a:t>
            </a:r>
            <a:r>
              <a:rPr lang="fr-FR" sz="3200" dirty="0"/>
              <a:t>    </a:t>
            </a:r>
            <a:r>
              <a:rPr lang="fr-FR" sz="3200" dirty="0" err="1"/>
              <a:t>imé</a:t>
            </a:r>
            <a:endParaRPr lang="fr-FR" sz="3200"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00858" cy="1143000"/>
          </a:xfrm>
        </p:spPr>
        <p:txBody>
          <a:bodyPr>
            <a:normAutofit/>
          </a:bodyPr>
          <a:lstStyle/>
          <a:p>
            <a:r>
              <a:rPr lang="fr-FR" b="1" dirty="0">
                <a:solidFill>
                  <a:srgbClr val="E95D0F"/>
                </a:solidFill>
                <a:latin typeface="Arial" pitchFamily="34" charset="0"/>
                <a:cs typeface="Arial" pitchFamily="34" charset="0"/>
              </a:rPr>
              <a:t>G- </a:t>
            </a:r>
            <a:r>
              <a:rPr lang="fr-FR" sz="4000" b="1" dirty="0">
                <a:solidFill>
                  <a:srgbClr val="E95D0F"/>
                </a:solidFill>
                <a:latin typeface="Arial" pitchFamily="34" charset="0"/>
                <a:cs typeface="Arial" pitchFamily="34" charset="0"/>
              </a:rPr>
              <a:t>Fixation des objectifs</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Ils doivent toujours être positifs</a:t>
            </a:r>
          </a:p>
          <a:p>
            <a:pPr marL="742950" indent="-742950">
              <a:buNone/>
            </a:pPr>
            <a:endParaRPr lang="fr-FR" sz="2000" b="1" dirty="0">
              <a:solidFill>
                <a:srgbClr val="E2007A"/>
              </a:solidFill>
              <a:latin typeface="Arial" pitchFamily="34" charset="0"/>
              <a:cs typeface="Arial" pitchFamily="34" charset="0"/>
            </a:endParaRPr>
          </a:p>
          <a:p>
            <a:pPr marL="742950" indent="-742950">
              <a:buNone/>
            </a:pPr>
            <a:endParaRPr lang="fr-FR" sz="2000" b="1" dirty="0">
              <a:solidFill>
                <a:srgbClr val="E95D0F"/>
              </a:solidFill>
              <a:latin typeface="Arial" pitchFamily="34" charset="0"/>
              <a:cs typeface="Arial" pitchFamily="34" charset="0"/>
            </a:endParaRPr>
          </a:p>
          <a:p>
            <a:pPr marL="742950" indent="-742950">
              <a:buNone/>
            </a:pPr>
            <a:endParaRPr lang="fr-FR" sz="2000" b="1" dirty="0">
              <a:solidFill>
                <a:srgbClr val="E95D0F"/>
              </a:solidFill>
              <a:latin typeface="Arial" pitchFamily="34" charset="0"/>
              <a:cs typeface="Arial" pitchFamily="34" charset="0"/>
            </a:endParaRPr>
          </a:p>
          <a:p>
            <a:pPr marL="742950" indent="-742950">
              <a:buNone/>
            </a:pPr>
            <a:endParaRPr lang="fr-FR" sz="2000" b="1" dirty="0">
              <a:solidFill>
                <a:srgbClr val="E95D0F"/>
              </a:solidFill>
              <a:latin typeface="Arial" pitchFamily="34" charset="0"/>
              <a:cs typeface="Arial" pitchFamily="34" charset="0"/>
            </a:endParaRPr>
          </a:p>
          <a:p>
            <a:pPr marL="742950" indent="-742950">
              <a:buNone/>
            </a:pPr>
            <a:endParaRPr lang="fr-FR" sz="2400" b="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Picture 2" descr="http://attitude-eco-energie.fr/wp-content/uploads/2014/02/Attention.png"/>
          <p:cNvPicPr>
            <a:picLocks noChangeAspect="1" noChangeArrowheads="1"/>
          </p:cNvPicPr>
          <p:nvPr/>
        </p:nvPicPr>
        <p:blipFill>
          <a:blip r:embed="rId3"/>
          <a:srcRect/>
          <a:stretch>
            <a:fillRect/>
          </a:stretch>
        </p:blipFill>
        <p:spPr bwMode="auto">
          <a:xfrm>
            <a:off x="500034" y="2571744"/>
            <a:ext cx="1928826" cy="1940807"/>
          </a:xfrm>
          <a:prstGeom prst="rect">
            <a:avLst/>
          </a:prstGeom>
          <a:noFill/>
        </p:spPr>
      </p:pic>
      <p:sp>
        <p:nvSpPr>
          <p:cNvPr id="8" name="ZoneTexte 7"/>
          <p:cNvSpPr txBox="1"/>
          <p:nvPr/>
        </p:nvSpPr>
        <p:spPr>
          <a:xfrm>
            <a:off x="3000364" y="2928934"/>
            <a:ext cx="4071966" cy="1200329"/>
          </a:xfrm>
          <a:prstGeom prst="rect">
            <a:avLst/>
          </a:prstGeom>
          <a:noFill/>
        </p:spPr>
        <p:txBody>
          <a:bodyPr wrap="square" rtlCol="0">
            <a:spAutoFit/>
          </a:bodyPr>
          <a:lstStyle/>
          <a:p>
            <a:pPr marL="28575" indent="-28575">
              <a:buNone/>
            </a:pPr>
            <a:r>
              <a:rPr lang="fr-FR" sz="2400" b="1" dirty="0">
                <a:solidFill>
                  <a:srgbClr val="E95D0F"/>
                </a:solidFill>
                <a:latin typeface="Arial" pitchFamily="34" charset="0"/>
                <a:cs typeface="Arial" pitchFamily="34" charset="0"/>
              </a:rPr>
              <a:t>Le cerveau ne sait pas atteindre un objectif négatif.</a:t>
            </a:r>
          </a:p>
        </p:txBody>
      </p:sp>
      <p:sp>
        <p:nvSpPr>
          <p:cNvPr id="9" name="ZoneTexte 8"/>
          <p:cNvSpPr txBox="1"/>
          <p:nvPr/>
        </p:nvSpPr>
        <p:spPr>
          <a:xfrm>
            <a:off x="3143240" y="4572008"/>
            <a:ext cx="5143536" cy="1200329"/>
          </a:xfrm>
          <a:prstGeom prst="rect">
            <a:avLst/>
          </a:prstGeom>
          <a:noFill/>
        </p:spPr>
        <p:txBody>
          <a:bodyPr wrap="square" rtlCol="0">
            <a:spAutoFit/>
          </a:bodyPr>
          <a:lstStyle/>
          <a:p>
            <a:r>
              <a:rPr lang="fr-FR" i="1" dirty="0"/>
              <a:t>J’aimerais que tu sois moins agressif.</a:t>
            </a:r>
          </a:p>
          <a:p>
            <a:endParaRPr lang="fr-FR" i="1" dirty="0"/>
          </a:p>
          <a:p>
            <a:r>
              <a:rPr lang="fr-FR" i="1" dirty="0"/>
              <a:t>J’aimerais que tu sois la personne qui ait la meilleure communication avec tes collègues.</a:t>
            </a:r>
          </a:p>
        </p:txBody>
      </p:sp>
      <p:pic>
        <p:nvPicPr>
          <p:cNvPr id="1028" name="Picture 4" descr="http://avocatflorideblog.com/wp-content/uploads/2014/01/Fotolia_46177828_Subscription_Monthly_M-300x225.jpg"/>
          <p:cNvPicPr>
            <a:picLocks noChangeAspect="1" noChangeArrowheads="1"/>
          </p:cNvPicPr>
          <p:nvPr/>
        </p:nvPicPr>
        <p:blipFill>
          <a:blip r:embed="rId4" cstate="print"/>
          <a:srcRect/>
          <a:stretch>
            <a:fillRect/>
          </a:stretch>
        </p:blipFill>
        <p:spPr bwMode="auto">
          <a:xfrm>
            <a:off x="2000232" y="4857760"/>
            <a:ext cx="1000152" cy="750114"/>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68</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4731889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5" name="Espace réservé du contenu 4"/>
          <p:cNvSpPr>
            <a:spLocks noGrp="1"/>
          </p:cNvSpPr>
          <p:nvPr>
            <p:ph idx="1"/>
          </p:nvPr>
        </p:nvSpPr>
        <p:spPr>
          <a:xfrm>
            <a:off x="539552" y="1556792"/>
            <a:ext cx="8229600" cy="4214842"/>
          </a:xfrm>
        </p:spPr>
        <p:txBody>
          <a:bodyPr>
            <a:normAutofit/>
          </a:bodyPr>
          <a:lstStyle/>
          <a:p>
            <a:pPr marL="742950" indent="-742950">
              <a:buAutoNum type="arabicPeriod"/>
            </a:pPr>
            <a:r>
              <a:rPr lang="fr-FR" sz="2800" b="1" dirty="0">
                <a:solidFill>
                  <a:srgbClr val="E2007A"/>
                </a:solidFill>
                <a:latin typeface="Arial" pitchFamily="34" charset="0"/>
                <a:cs typeface="Arial" pitchFamily="34" charset="0"/>
              </a:rPr>
              <a:t>La notion d’assertivité</a:t>
            </a:r>
          </a:p>
          <a:p>
            <a:pPr marL="0" indent="0">
              <a:buNone/>
            </a:pPr>
            <a:endParaRPr lang="fr-FR" sz="2800" b="1" dirty="0">
              <a:solidFill>
                <a:srgbClr val="E2007A"/>
              </a:solidFill>
              <a:latin typeface="Arial" pitchFamily="34" charset="0"/>
              <a:cs typeface="Arial" pitchFamily="34" charset="0"/>
            </a:endParaRPr>
          </a:p>
          <a:p>
            <a:pPr marL="742950" indent="-742950">
              <a:buNone/>
            </a:pPr>
            <a:r>
              <a:rPr lang="fr-FR" sz="2400" b="1" dirty="0">
                <a:solidFill>
                  <a:srgbClr val="E95D0F"/>
                </a:solidFill>
              </a:rPr>
              <a:t>	</a:t>
            </a:r>
            <a:r>
              <a:rPr lang="fr-FR" sz="2400" dirty="0">
                <a:solidFill>
                  <a:srgbClr val="111111"/>
                </a:solidFill>
                <a:latin typeface="Arial" panose="020B0604020202020204" pitchFamily="34" charset="0"/>
                <a:cs typeface="Arial" panose="020B0604020202020204" pitchFamily="34" charset="0"/>
              </a:rPr>
              <a:t>C’est l</a:t>
            </a:r>
            <a:r>
              <a:rPr lang="fr-FR" sz="2400" b="0" i="0" dirty="0">
                <a:solidFill>
                  <a:srgbClr val="111111"/>
                </a:solidFill>
                <a:effectLst/>
                <a:latin typeface="Arial" panose="020B0604020202020204" pitchFamily="34" charset="0"/>
                <a:cs typeface="Arial" panose="020B0604020202020204" pitchFamily="34" charset="0"/>
              </a:rPr>
              <a:t>a </a:t>
            </a:r>
            <a:r>
              <a:rPr lang="fr-FR" sz="2400" b="1" i="0" dirty="0">
                <a:solidFill>
                  <a:srgbClr val="111111"/>
                </a:solidFill>
                <a:effectLst/>
                <a:latin typeface="Arial" panose="020B0604020202020204" pitchFamily="34" charset="0"/>
                <a:cs typeface="Arial" panose="020B0604020202020204" pitchFamily="34" charset="0"/>
              </a:rPr>
              <a:t>capacité à s’exprimer et à défendre ses droits sans empiéter sur ceux des autres.</a:t>
            </a:r>
            <a:endParaRPr lang="fr-FR" sz="2400" b="1" i="1" dirty="0">
              <a:solidFill>
                <a:srgbClr val="E95D0F"/>
              </a:solidFill>
              <a:latin typeface="Arial" panose="020B0604020202020204" pitchFamily="34" charset="0"/>
              <a:cs typeface="Arial" panose="020B0604020202020204"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2" name="Diagramme 1">
            <a:extLst>
              <a:ext uri="{FF2B5EF4-FFF2-40B4-BE49-F238E27FC236}">
                <a16:creationId xmlns:a16="http://schemas.microsoft.com/office/drawing/2014/main" id="{25D30284-CA7B-4E4E-A758-3D6804EC87AA}"/>
              </a:ext>
            </a:extLst>
          </p:cNvPr>
          <p:cNvGraphicFramePr/>
          <p:nvPr>
            <p:extLst>
              <p:ext uri="{D42A27DB-BD31-4B8C-83A1-F6EECF244321}">
                <p14:modId xmlns:p14="http://schemas.microsoft.com/office/powerpoint/2010/main" val="342501419"/>
              </p:ext>
            </p:extLst>
          </p:nvPr>
        </p:nvGraphicFramePr>
        <p:xfrm>
          <a:off x="539552" y="2924944"/>
          <a:ext cx="8352928" cy="24482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993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L’entretien pour énoncer un reproche</a:t>
            </a:r>
          </a:p>
          <a:p>
            <a:pPr marL="742950" indent="-742950">
              <a:buNone/>
            </a:pPr>
            <a:r>
              <a:rPr lang="fr-FR" sz="2400" dirty="0"/>
              <a:t>La méthode « sandwich »</a:t>
            </a:r>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r>
              <a:rPr lang="fr-FR" sz="2400" b="1" i="1" dirty="0">
                <a:solidFill>
                  <a:srgbClr val="E95D0F"/>
                </a:solidFill>
              </a:rPr>
              <a:t>Simulations</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4098" name="Picture 2" descr="http://www.clker.com/cliparts/e/a/3/a/1194984140407576582sandwich_one_bw_jean-vic_01.svg.hi.png"/>
          <p:cNvPicPr>
            <a:picLocks noChangeAspect="1" noChangeArrowheads="1"/>
          </p:cNvPicPr>
          <p:nvPr/>
        </p:nvPicPr>
        <p:blipFill>
          <a:blip r:embed="rId3"/>
          <a:srcRect/>
          <a:stretch>
            <a:fillRect/>
          </a:stretch>
        </p:blipFill>
        <p:spPr bwMode="auto">
          <a:xfrm>
            <a:off x="357158" y="2714620"/>
            <a:ext cx="4643470" cy="1903824"/>
          </a:xfrm>
          <a:prstGeom prst="rect">
            <a:avLst/>
          </a:prstGeom>
          <a:noFill/>
        </p:spPr>
      </p:pic>
      <p:sp>
        <p:nvSpPr>
          <p:cNvPr id="9" name="ZoneTexte 8"/>
          <p:cNvSpPr txBox="1"/>
          <p:nvPr/>
        </p:nvSpPr>
        <p:spPr>
          <a:xfrm>
            <a:off x="5214942" y="2639793"/>
            <a:ext cx="3714776" cy="646331"/>
          </a:xfrm>
          <a:prstGeom prst="rect">
            <a:avLst/>
          </a:prstGeom>
          <a:noFill/>
        </p:spPr>
        <p:txBody>
          <a:bodyPr wrap="square" rtlCol="0">
            <a:spAutoFit/>
          </a:bodyPr>
          <a:lstStyle/>
          <a:p>
            <a:r>
              <a:rPr lang="fr-FR" dirty="0">
                <a:solidFill>
                  <a:srgbClr val="E95D0F"/>
                </a:solidFill>
              </a:rPr>
              <a:t>1- Début d’entretien: énoncer sincèrement des éléments positifs.</a:t>
            </a:r>
          </a:p>
        </p:txBody>
      </p:sp>
      <p:sp>
        <p:nvSpPr>
          <p:cNvPr id="10" name="ZoneTexte 9"/>
          <p:cNvSpPr txBox="1"/>
          <p:nvPr/>
        </p:nvSpPr>
        <p:spPr>
          <a:xfrm>
            <a:off x="5214942" y="3429000"/>
            <a:ext cx="3500462" cy="646331"/>
          </a:xfrm>
          <a:prstGeom prst="rect">
            <a:avLst/>
          </a:prstGeom>
          <a:noFill/>
        </p:spPr>
        <p:txBody>
          <a:bodyPr wrap="square" rtlCol="0">
            <a:spAutoFit/>
          </a:bodyPr>
          <a:lstStyle/>
          <a:p>
            <a:r>
              <a:rPr lang="fr-FR" dirty="0">
                <a:solidFill>
                  <a:srgbClr val="93117E"/>
                </a:solidFill>
              </a:rPr>
              <a:t>2- Ne pas dire MAIS. Sur le même ton, énoncer le point négatif.</a:t>
            </a:r>
          </a:p>
        </p:txBody>
      </p:sp>
      <p:sp>
        <p:nvSpPr>
          <p:cNvPr id="11" name="ZoneTexte 10"/>
          <p:cNvSpPr txBox="1"/>
          <p:nvPr/>
        </p:nvSpPr>
        <p:spPr>
          <a:xfrm>
            <a:off x="5286380" y="4214818"/>
            <a:ext cx="3214710" cy="646331"/>
          </a:xfrm>
          <a:prstGeom prst="rect">
            <a:avLst/>
          </a:prstGeom>
          <a:noFill/>
        </p:spPr>
        <p:txBody>
          <a:bodyPr wrap="square" rtlCol="0">
            <a:spAutoFit/>
          </a:bodyPr>
          <a:lstStyle/>
          <a:p>
            <a:r>
              <a:rPr lang="fr-FR" dirty="0">
                <a:solidFill>
                  <a:srgbClr val="E95D0F"/>
                </a:solidFill>
              </a:rPr>
              <a:t>3- Fin d’entretien: finir avec des éléments positifs.</a:t>
            </a:r>
          </a:p>
        </p:txBody>
      </p:sp>
    </p:spTree>
    <p:extLst>
      <p:ext uri="{BB962C8B-B14F-4D97-AF65-F5344CB8AC3E}">
        <p14:creationId xmlns:p14="http://schemas.microsoft.com/office/powerpoint/2010/main" val="5730395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3. L’entretien pour rappeler une règle</a:t>
            </a:r>
          </a:p>
          <a:p>
            <a:pPr marL="742950" indent="-742950">
              <a:buNone/>
            </a:pPr>
            <a:r>
              <a:rPr lang="fr-FR" sz="2400" b="1" dirty="0">
                <a:solidFill>
                  <a:srgbClr val="E95D0F"/>
                </a:solidFill>
              </a:rPr>
              <a:t>	RNAR:</a:t>
            </a:r>
            <a:r>
              <a:rPr lang="fr-FR" sz="2400" dirty="0"/>
              <a:t> Rappel Non Agressif de la Règle</a:t>
            </a:r>
          </a:p>
          <a:p>
            <a:pPr marL="742950" indent="-742950">
              <a:buNone/>
            </a:pPr>
            <a:r>
              <a:rPr lang="fr-FR" sz="2400" dirty="0"/>
              <a:t>	1-Les faits, pas de jugements</a:t>
            </a:r>
          </a:p>
          <a:p>
            <a:pPr marL="742950" indent="-742950">
              <a:buNone/>
            </a:pPr>
            <a:r>
              <a:rPr lang="fr-FR" sz="2400" dirty="0"/>
              <a:t>		</a:t>
            </a:r>
            <a:r>
              <a:rPr lang="fr-FR" sz="2000" i="1" dirty="0"/>
              <a:t>Laisser parler sans rebondir sur ce qui est dit.</a:t>
            </a:r>
          </a:p>
          <a:p>
            <a:pPr marL="742950" indent="-742950">
              <a:buNone/>
            </a:pPr>
            <a:r>
              <a:rPr lang="fr-FR" sz="2400" dirty="0"/>
              <a:t>	2-Les faits et la règle</a:t>
            </a:r>
          </a:p>
          <a:p>
            <a:pPr marL="742950" indent="-742950">
              <a:buNone/>
            </a:pPr>
            <a:r>
              <a:rPr lang="fr-FR" sz="2400" dirty="0"/>
              <a:t>		</a:t>
            </a:r>
            <a:r>
              <a:rPr lang="fr-FR" sz="2000" i="1" dirty="0"/>
              <a:t>Faits, et comme tu les ais la règle est...</a:t>
            </a:r>
          </a:p>
          <a:p>
            <a:pPr marL="742950" indent="-742950">
              <a:buNone/>
            </a:pPr>
            <a:r>
              <a:rPr lang="fr-FR" sz="2000" i="1" dirty="0"/>
              <a:t>		Oui ou non?</a:t>
            </a:r>
          </a:p>
          <a:p>
            <a:pPr marL="742950" indent="-742950">
              <a:buNone/>
            </a:pPr>
            <a:r>
              <a:rPr lang="fr-FR" sz="2400" dirty="0"/>
              <a:t>	3-Les faits, la règle et l’annonce de la sanction</a:t>
            </a:r>
          </a:p>
          <a:p>
            <a:pPr marL="742950" indent="-742950">
              <a:buNone/>
            </a:pPr>
            <a:r>
              <a:rPr lang="fr-FR" sz="2400" b="1" i="1" dirty="0">
                <a:solidFill>
                  <a:srgbClr val="E95D0F"/>
                </a:solidFill>
              </a:rPr>
              <a:t>Simulations</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72</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33168410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AutoNum type="arabicPeriod"/>
            </a:pPr>
            <a:r>
              <a:rPr lang="fr-FR" sz="2000" b="1" dirty="0">
                <a:solidFill>
                  <a:srgbClr val="E2007A"/>
                </a:solidFill>
                <a:latin typeface="Arial" pitchFamily="34" charset="0"/>
                <a:cs typeface="Arial" pitchFamily="34" charset="0"/>
              </a:rPr>
              <a:t>Instructions hebdomadaires</a:t>
            </a:r>
          </a:p>
          <a:p>
            <a:pPr marL="742950" indent="-742950">
              <a:buNone/>
            </a:pPr>
            <a:endParaRPr lang="fr-FR" sz="2000" b="1" dirty="0">
              <a:solidFill>
                <a:srgbClr val="E2007A"/>
              </a:solidFill>
              <a:latin typeface="Arial" pitchFamily="34" charset="0"/>
              <a:cs typeface="Arial" pitchFamily="34" charset="0"/>
            </a:endParaRPr>
          </a:p>
          <a:p>
            <a:pPr marL="742950" indent="-742950">
              <a:buNone/>
            </a:pPr>
            <a:r>
              <a:rPr lang="fr-FR" sz="2000" dirty="0">
                <a:latin typeface="Arial" pitchFamily="34" charset="0"/>
                <a:cs typeface="Arial" pitchFamily="34" charset="0"/>
              </a:rPr>
              <a:t>Entretien bref, synthétique, avec:</a:t>
            </a:r>
          </a:p>
          <a:p>
            <a:pPr marL="742950" indent="-742950">
              <a:buNone/>
            </a:pPr>
            <a:r>
              <a:rPr lang="fr-FR" sz="2000" dirty="0">
                <a:latin typeface="Arial" pitchFamily="34" charset="0"/>
                <a:cs typeface="Arial" pitchFamily="34" charset="0"/>
              </a:rPr>
              <a:t>	-ce qui est indispensable à dire</a:t>
            </a:r>
          </a:p>
          <a:p>
            <a:pPr marL="742950" indent="-742950">
              <a:buNone/>
            </a:pPr>
            <a:r>
              <a:rPr lang="fr-FR" sz="2000" dirty="0">
                <a:latin typeface="Arial" pitchFamily="34" charset="0"/>
                <a:cs typeface="Arial" pitchFamily="34" charset="0"/>
              </a:rPr>
              <a:t>	-ce qui va être important pour lui cette semaine</a:t>
            </a:r>
          </a:p>
          <a:p>
            <a:pPr marL="742950" indent="-742950">
              <a:buNone/>
            </a:pPr>
            <a:r>
              <a:rPr lang="fr-FR" sz="2000" dirty="0">
                <a:latin typeface="Arial" pitchFamily="34" charset="0"/>
                <a:cs typeface="Arial" pitchFamily="34" charset="0"/>
              </a:rPr>
              <a:t>	-les points forts de la semaine écoulée</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	</a:t>
            </a:r>
            <a:r>
              <a:rPr lang="fr-FR" sz="2000" i="1" dirty="0">
                <a:latin typeface="Arial" pitchFamily="34" charset="0"/>
                <a:cs typeface="Arial" pitchFamily="34" charset="0"/>
              </a:rPr>
              <a:t>	</a:t>
            </a:r>
            <a:r>
              <a:rPr lang="fr-FR" sz="2000" i="1" dirty="0">
                <a:solidFill>
                  <a:srgbClr val="E95D0F"/>
                </a:solidFill>
                <a:latin typeface="Arial" pitchFamily="34" charset="0"/>
                <a:cs typeface="Arial" pitchFamily="34" charset="0"/>
              </a:rPr>
              <a:t>Exemples:</a:t>
            </a:r>
          </a:p>
          <a:p>
            <a:pPr marL="1162050" indent="-171450">
              <a:buNone/>
            </a:pPr>
            <a:r>
              <a:rPr lang="fr-FR" sz="2000" dirty="0">
                <a:latin typeface="Arial" pitchFamily="34" charset="0"/>
                <a:cs typeface="Arial" pitchFamily="34" charset="0"/>
              </a:rPr>
              <a:t>-quel est ton </a:t>
            </a:r>
            <a:r>
              <a:rPr lang="fr-FR" sz="2000" dirty="0" err="1">
                <a:latin typeface="Arial" pitchFamily="34" charset="0"/>
                <a:cs typeface="Arial" pitchFamily="34" charset="0"/>
              </a:rPr>
              <a:t>rdv</a:t>
            </a:r>
            <a:r>
              <a:rPr lang="fr-FR" sz="2000" dirty="0">
                <a:latin typeface="Arial" pitchFamily="34" charset="0"/>
                <a:cs typeface="Arial" pitchFamily="34" charset="0"/>
              </a:rPr>
              <a:t> majeur cette semaine?</a:t>
            </a:r>
          </a:p>
          <a:p>
            <a:pPr marL="1162050" indent="-171450">
              <a:buNone/>
            </a:pPr>
            <a:r>
              <a:rPr lang="fr-FR" sz="2000" dirty="0">
                <a:latin typeface="Arial" pitchFamily="34" charset="0"/>
                <a:cs typeface="Arial" pitchFamily="34" charset="0"/>
              </a:rPr>
              <a:t>-quels résultats veux-tu obtenir?</a:t>
            </a:r>
          </a:p>
          <a:p>
            <a:pPr marL="1162050" indent="-171450">
              <a:buNone/>
            </a:pPr>
            <a:r>
              <a:rPr lang="fr-FR" sz="2000" dirty="0">
                <a:latin typeface="Arial" pitchFamily="34" charset="0"/>
                <a:cs typeface="Arial" pitchFamily="34" charset="0"/>
              </a:rPr>
              <a:t>-quelle aide puis-je t’apporter?</a:t>
            </a:r>
          </a:p>
          <a:p>
            <a:pPr marL="742950" indent="-742950">
              <a:buNone/>
            </a:pPr>
            <a:r>
              <a:rPr lang="fr-FR" sz="2400" b="1" dirty="0">
                <a:solidFill>
                  <a:srgbClr val="E95D0F"/>
                </a:solidFill>
              </a:rPr>
              <a:t>	</a:t>
            </a:r>
            <a:endParaRPr lang="fr-FR" sz="2400" b="1" i="1" dirty="0">
              <a:solidFill>
                <a:srgbClr val="E95D0F"/>
              </a:solidFill>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000" b="1" dirty="0">
                <a:solidFill>
                  <a:srgbClr val="E2007A"/>
                </a:solidFill>
                <a:latin typeface="Arial" pitchFamily="34" charset="0"/>
                <a:cs typeface="Arial" pitchFamily="34" charset="0"/>
              </a:rPr>
              <a:t>Instructions hebdomadaires</a:t>
            </a:r>
          </a:p>
          <a:p>
            <a:pPr marL="742950" indent="-742950">
              <a:buNone/>
            </a:pPr>
            <a:endParaRPr lang="fr-FR" sz="2000" b="1" dirty="0">
              <a:solidFill>
                <a:srgbClr val="E2007A"/>
              </a:solidFill>
              <a:latin typeface="Arial" pitchFamily="34" charset="0"/>
              <a:cs typeface="Arial" pitchFamily="34" charset="0"/>
            </a:endParaRPr>
          </a:p>
          <a:p>
            <a:pPr marL="742950" indent="-28575">
              <a:buNone/>
            </a:pPr>
            <a:endParaRPr lang="fr-FR" sz="3600" b="1" dirty="0">
              <a:solidFill>
                <a:srgbClr val="E95D0F"/>
              </a:solidFill>
            </a:endParaRPr>
          </a:p>
          <a:p>
            <a:pPr marL="742950" indent="-28575">
              <a:buNone/>
            </a:pPr>
            <a:r>
              <a:rPr lang="fr-FR" sz="3600" b="1" dirty="0">
                <a:solidFill>
                  <a:srgbClr val="E95D0F"/>
                </a:solidFill>
              </a:rPr>
              <a:t>La conscience de l’objectif donne sens et efficacité à l’action des vendeurs!	</a:t>
            </a:r>
            <a:endParaRPr lang="fr-FR" sz="3600" b="1" i="1" dirty="0">
              <a:solidFill>
                <a:srgbClr val="E95D0F"/>
              </a:solidFill>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5" name="Espace réservé du contenu 4"/>
          <p:cNvSpPr>
            <a:spLocks noGrp="1"/>
          </p:cNvSpPr>
          <p:nvPr>
            <p:ph idx="1"/>
          </p:nvPr>
        </p:nvSpPr>
        <p:spPr>
          <a:xfrm>
            <a:off x="428596" y="1714488"/>
            <a:ext cx="8229600" cy="4214842"/>
          </a:xfrm>
        </p:spPr>
        <p:txBody>
          <a:bodyPr>
            <a:normAutofit fontScale="92500" lnSpcReduction="20000"/>
          </a:bodyPr>
          <a:lstStyle/>
          <a:p>
            <a:pPr marL="742950" indent="-742950">
              <a:buNone/>
            </a:pPr>
            <a:r>
              <a:rPr lang="fr-FR" sz="2000" b="1" dirty="0">
                <a:solidFill>
                  <a:srgbClr val="E2007A"/>
                </a:solidFill>
                <a:latin typeface="Arial" pitchFamily="34" charset="0"/>
                <a:cs typeface="Arial" pitchFamily="34" charset="0"/>
              </a:rPr>
              <a:t>2. Revue d’objectifs mensuelle</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-objectifs personnels?</a:t>
            </a:r>
          </a:p>
          <a:p>
            <a:pPr marL="742950" indent="-742950">
              <a:buNone/>
            </a:pPr>
            <a:r>
              <a:rPr lang="fr-FR" sz="2000" dirty="0">
                <a:latin typeface="Arial" pitchFamily="34" charset="0"/>
                <a:cs typeface="Arial" pitchFamily="34" charset="0"/>
              </a:rPr>
              <a:t>-objectifs de qualité?</a:t>
            </a:r>
          </a:p>
          <a:p>
            <a:pPr marL="28575" indent="-28575">
              <a:buNone/>
            </a:pPr>
            <a:r>
              <a:rPr lang="fr-FR" sz="2000" dirty="0">
                <a:latin typeface="Arial" pitchFamily="34" charset="0"/>
                <a:cs typeface="Arial" pitchFamily="34" charset="0"/>
              </a:rPr>
              <a:t>-objectifs de chiffre d’affaires? Nombre de nouveaux clients? Clients perdus? Marge?</a:t>
            </a:r>
          </a:p>
          <a:p>
            <a:pPr marL="742950" indent="-742950">
              <a:buNone/>
            </a:pPr>
            <a:r>
              <a:rPr lang="fr-FR" sz="2000" dirty="0">
                <a:latin typeface="Arial" pitchFamily="34" charset="0"/>
                <a:cs typeface="Arial" pitchFamily="34" charset="0"/>
              </a:rPr>
              <a:t>	</a:t>
            </a:r>
          </a:p>
          <a:p>
            <a:pPr marL="742950" indent="-742950">
              <a:buNone/>
            </a:pPr>
            <a:r>
              <a:rPr lang="fr-FR" sz="2000" dirty="0">
                <a:latin typeface="Arial" pitchFamily="34" charset="0"/>
                <a:cs typeface="Arial" pitchFamily="34" charset="0"/>
              </a:rPr>
              <a:t>	</a:t>
            </a:r>
            <a:r>
              <a:rPr lang="fr-FR" sz="2000" i="1" dirty="0">
                <a:latin typeface="Arial" pitchFamily="34" charset="0"/>
                <a:cs typeface="Arial" pitchFamily="34" charset="0"/>
              </a:rPr>
              <a:t>	</a:t>
            </a:r>
            <a:r>
              <a:rPr lang="fr-FR" sz="2000" i="1" dirty="0">
                <a:solidFill>
                  <a:srgbClr val="E95D0F"/>
                </a:solidFill>
                <a:latin typeface="Arial" pitchFamily="34" charset="0"/>
                <a:cs typeface="Arial" pitchFamily="34" charset="0"/>
              </a:rPr>
              <a:t>Exemples:</a:t>
            </a:r>
          </a:p>
          <a:p>
            <a:pPr marL="1162050" indent="-171450">
              <a:buNone/>
            </a:pPr>
            <a:r>
              <a:rPr lang="fr-FR" sz="2000" dirty="0">
                <a:latin typeface="Arial" pitchFamily="34" charset="0"/>
                <a:cs typeface="Arial" pitchFamily="34" charset="0"/>
              </a:rPr>
              <a:t>-où en es-tu de tes objectifs?</a:t>
            </a:r>
          </a:p>
          <a:p>
            <a:pPr marL="1162050" indent="-171450">
              <a:buNone/>
            </a:pPr>
            <a:r>
              <a:rPr lang="fr-FR" sz="2000" dirty="0">
                <a:latin typeface="Arial" pitchFamily="34" charset="0"/>
                <a:cs typeface="Arial" pitchFamily="34" charset="0"/>
              </a:rPr>
              <a:t>-quel est l’écart entre réalisé et objectifs?</a:t>
            </a:r>
          </a:p>
          <a:p>
            <a:pPr marL="1162050" indent="-171450">
              <a:buNone/>
            </a:pPr>
            <a:r>
              <a:rPr lang="fr-FR" sz="2000" dirty="0">
                <a:latin typeface="Arial" pitchFamily="34" charset="0"/>
                <a:cs typeface="Arial" pitchFamily="34" charset="0"/>
              </a:rPr>
              <a:t>-comment l’expliques-tu?</a:t>
            </a:r>
          </a:p>
          <a:p>
            <a:pPr marL="1162050" indent="-171450">
              <a:buNone/>
            </a:pPr>
            <a:r>
              <a:rPr lang="fr-FR" sz="2000" dirty="0">
                <a:latin typeface="Arial" pitchFamily="34" charset="0"/>
                <a:cs typeface="Arial" pitchFamily="34" charset="0"/>
              </a:rPr>
              <a:t>-que comptes-tu faire?</a:t>
            </a:r>
          </a:p>
          <a:p>
            <a:pPr marL="1162050" indent="-171450">
              <a:buNone/>
            </a:pPr>
            <a:r>
              <a:rPr lang="fr-FR" sz="2000" dirty="0">
                <a:latin typeface="Arial" pitchFamily="34" charset="0"/>
                <a:cs typeface="Arial" pitchFamily="34" charset="0"/>
              </a:rPr>
              <a:t>-en quoi puis-je t’aider?</a:t>
            </a:r>
          </a:p>
          <a:p>
            <a:pPr marL="742950" indent="-742950">
              <a:buNone/>
            </a:pPr>
            <a:r>
              <a:rPr lang="fr-FR" sz="2400" b="1" dirty="0">
                <a:solidFill>
                  <a:srgbClr val="E95D0F"/>
                </a:solidFill>
              </a:rPr>
              <a:t>	</a:t>
            </a:r>
            <a:endParaRPr lang="fr-FR" sz="2400" b="1" i="1" dirty="0">
              <a:solidFill>
                <a:srgbClr val="E95D0F"/>
              </a:solidFill>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fontScale="90000"/>
          </a:bodyPr>
          <a:lstStyle/>
          <a:p>
            <a:r>
              <a:rPr lang="fr-FR" b="1" dirty="0">
                <a:solidFill>
                  <a:srgbClr val="E95D0F"/>
                </a:solidFill>
                <a:latin typeface="Arial" pitchFamily="34" charset="0"/>
                <a:cs typeface="Arial" pitchFamily="34" charset="0"/>
              </a:rPr>
              <a:t>J-La tournée accompagnée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76</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4971731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1. Objectifs</a:t>
            </a:r>
          </a:p>
          <a:p>
            <a:pPr marL="742950" indent="-742950">
              <a:buNone/>
            </a:pPr>
            <a:endParaRPr lang="fr-FR" sz="2000" dirty="0">
              <a:latin typeface="Arial" pitchFamily="34" charset="0"/>
              <a:cs typeface="Arial" pitchFamily="34" charset="0"/>
            </a:endParaRPr>
          </a:p>
          <a:p>
            <a:pPr marL="742950" indent="-28575">
              <a:buNone/>
            </a:pPr>
            <a:r>
              <a:rPr lang="fr-FR" sz="2400" b="1" dirty="0"/>
              <a:t>-compléter la formation opérationnelle du vendeur: rôle de formateur</a:t>
            </a:r>
          </a:p>
          <a:p>
            <a:pPr marL="742950" indent="-28575">
              <a:buNone/>
            </a:pPr>
            <a:r>
              <a:rPr lang="fr-FR" sz="2400" b="1" dirty="0"/>
              <a:t>-appuyer une négociation difficile dont l’enjeu est important	</a:t>
            </a:r>
          </a:p>
          <a:p>
            <a:pPr marL="742950" indent="-28575">
              <a:buNone/>
            </a:pPr>
            <a:r>
              <a:rPr lang="fr-FR" sz="2400" b="1" dirty="0"/>
              <a:t>-accompagner pour s’imprégner de la culture terrain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formation</a:t>
            </a:r>
          </a:p>
          <a:p>
            <a:pPr marL="742950" indent="-742950">
              <a:buNone/>
            </a:pPr>
            <a:endParaRPr lang="fr-FR" sz="2000" dirty="0">
              <a:latin typeface="Arial" pitchFamily="34" charset="0"/>
              <a:cs typeface="Arial" pitchFamily="34" charset="0"/>
            </a:endParaRPr>
          </a:p>
          <a:p>
            <a:pPr marL="742950" indent="-28575">
              <a:buNone/>
            </a:pPr>
            <a:r>
              <a:rPr lang="fr-FR" sz="2400" b="1" dirty="0"/>
              <a:t>-informer le vendeur avant</a:t>
            </a:r>
          </a:p>
          <a:p>
            <a:pPr marL="742950" indent="-28575">
              <a:buNone/>
            </a:pPr>
            <a:r>
              <a:rPr lang="fr-FR" sz="2400" b="1" dirty="0"/>
              <a:t>-prévoir plusieurs visites</a:t>
            </a:r>
          </a:p>
          <a:p>
            <a:pPr marL="742950" indent="-28575">
              <a:buNone/>
            </a:pPr>
            <a:r>
              <a:rPr lang="fr-FR" sz="2400" b="1" dirty="0"/>
              <a:t>-retour en arrière sur les visites: après chacune d’entre elles</a:t>
            </a:r>
          </a:p>
          <a:p>
            <a:pPr marL="742950" indent="-28575">
              <a:buNone/>
            </a:pPr>
            <a:r>
              <a:rPr lang="fr-FR" sz="2400" b="1" dirty="0"/>
              <a:t>-pas de remarque devant le client</a:t>
            </a:r>
          </a:p>
          <a:p>
            <a:pPr marL="742950" indent="-28575">
              <a:buNone/>
            </a:pPr>
            <a:r>
              <a:rPr lang="fr-FR" sz="2400" b="1" dirty="0"/>
              <a:t>-appliquer à la visite suivante: féliciter</a:t>
            </a:r>
          </a:p>
          <a:p>
            <a:pPr marL="742950" indent="-28575">
              <a:buNone/>
            </a:pPr>
            <a:r>
              <a:rPr lang="fr-FR" sz="2400" b="1" dirty="0"/>
              <a:t>-utiliser les éléments énoncés en réunion d’équipe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a:p>
            <a:pPr marL="742950" indent="-28575">
              <a:buNone/>
            </a:pPr>
            <a:r>
              <a:rPr lang="fr-FR" sz="2400" b="1" dirty="0"/>
              <a:t>-le vendeur est le « patron » de son territoire de vente</a:t>
            </a:r>
          </a:p>
          <a:p>
            <a:pPr marL="742950" indent="-28575">
              <a:buNone/>
            </a:pPr>
            <a:r>
              <a:rPr lang="fr-FR" sz="2400" b="1" dirty="0"/>
              <a:t>-vous êtes « l’invité » du vendeur sur son territoire</a:t>
            </a:r>
          </a:p>
          <a:p>
            <a:pPr marL="742950" indent="-28575">
              <a:buNone/>
            </a:pPr>
            <a:r>
              <a:rPr lang="fr-FR" sz="2400" b="1" dirty="0"/>
              <a:t>-vous renforcez le poids d’influence du vendeur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1: PRISE DE CONTACT</a:t>
            </a:r>
          </a:p>
        </p:txBody>
      </p:sp>
      <p:sp>
        <p:nvSpPr>
          <p:cNvPr id="15" name="Flèche gauche 14"/>
          <p:cNvSpPr/>
          <p:nvPr/>
        </p:nvSpPr>
        <p:spPr>
          <a:xfrm>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Double flèche verticale 15"/>
          <p:cNvSpPr/>
          <p:nvPr/>
        </p:nvSpPr>
        <p:spPr>
          <a:xfrm rot="3507178">
            <a:off x="2336746" y="2887743"/>
            <a:ext cx="287461" cy="1285884"/>
          </a:xfrm>
          <a:prstGeom prst="upDown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2: DEBUT DE LA DECOUVERTE </a:t>
            </a:r>
          </a:p>
        </p:txBody>
      </p:sp>
      <p:sp>
        <p:nvSpPr>
          <p:cNvPr id="15" name="Flèche gauche 14"/>
          <p:cNvSpPr/>
          <p:nvPr/>
        </p:nvSpPr>
        <p:spPr>
          <a:xfrm>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Double flèche verticale 15"/>
          <p:cNvSpPr/>
          <p:nvPr/>
        </p:nvSpPr>
        <p:spPr>
          <a:xfrm rot="3507178">
            <a:off x="2336746" y="2887743"/>
            <a:ext cx="287461" cy="1285884"/>
          </a:xfrm>
          <a:prstGeom prst="upDown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3: DECOUVERTE </a:t>
            </a:r>
          </a:p>
        </p:txBody>
      </p:sp>
      <p:sp>
        <p:nvSpPr>
          <p:cNvPr id="15" name="Flèche gauche 14"/>
          <p:cNvSpPr/>
          <p:nvPr/>
        </p:nvSpPr>
        <p:spPr>
          <a:xfrm rot="10800000">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Double flèche verticale 15"/>
          <p:cNvSpPr/>
          <p:nvPr/>
        </p:nvSpPr>
        <p:spPr>
          <a:xfrm rot="18928238">
            <a:off x="4838736" y="2845134"/>
            <a:ext cx="287461" cy="1285884"/>
          </a:xfrm>
          <a:prstGeom prst="upDown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3: DECOUVERTE suite </a:t>
            </a:r>
          </a:p>
        </p:txBody>
      </p:sp>
      <p:sp>
        <p:nvSpPr>
          <p:cNvPr id="15" name="Flèche gauche 14"/>
          <p:cNvSpPr/>
          <p:nvPr/>
        </p:nvSpPr>
        <p:spPr>
          <a:xfrm>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gauche 16"/>
          <p:cNvSpPr/>
          <p:nvPr/>
        </p:nvSpPr>
        <p:spPr>
          <a:xfrm rot="8283300">
            <a:off x="1993289" y="3345956"/>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K-Les tableaux de bord</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6778104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K- TABLEAUX DE BORD</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000" b="1" dirty="0">
                <a:solidFill>
                  <a:srgbClr val="E2007A"/>
                </a:solidFill>
                <a:latin typeface="Arial" pitchFamily="34" charset="0"/>
                <a:cs typeface="Arial" pitchFamily="34" charset="0"/>
              </a:rPr>
              <a:t>Piloter la marche des affaires: </a:t>
            </a:r>
          </a:p>
          <a:p>
            <a:pPr marL="742950" indent="-742950">
              <a:buNone/>
            </a:pPr>
            <a:r>
              <a:rPr lang="fr-FR" sz="2000" b="1" dirty="0">
                <a:solidFill>
                  <a:srgbClr val="E2007A"/>
                </a:solidFill>
                <a:latin typeface="Arial" pitchFamily="34" charset="0"/>
                <a:cs typeface="Arial" pitchFamily="34" charset="0"/>
              </a:rPr>
              <a:t>les indicateurs quantitatifs</a:t>
            </a:r>
          </a:p>
          <a:p>
            <a:pPr marL="742950" indent="-742950">
              <a:buNone/>
            </a:pPr>
            <a:endParaRPr lang="fr-FR" sz="2000" b="1" dirty="0">
              <a:solidFill>
                <a:srgbClr val="E2007A"/>
              </a:solidFill>
              <a:latin typeface="Arial" pitchFamily="34" charset="0"/>
              <a:cs typeface="Arial" pitchFamily="34" charset="0"/>
            </a:endParaRPr>
          </a:p>
          <a:p>
            <a:pPr marL="742950" indent="-28575">
              <a:buFont typeface="Wingdings" pitchFamily="2" charset="2"/>
              <a:buChar char="§"/>
            </a:pPr>
            <a:r>
              <a:rPr lang="fr-FR" sz="2000" b="1" dirty="0">
                <a:latin typeface="Arial" pitchFamily="34" charset="0"/>
                <a:cs typeface="Arial" pitchFamily="34" charset="0"/>
              </a:rPr>
              <a:t> Le chiffres d’affaires mensuel</a:t>
            </a:r>
          </a:p>
          <a:p>
            <a:pPr marL="742950" indent="-28575">
              <a:buFont typeface="Wingdings" pitchFamily="2" charset="2"/>
              <a:buChar char="§"/>
            </a:pPr>
            <a:r>
              <a:rPr lang="fr-FR" sz="2000" b="1" dirty="0">
                <a:latin typeface="Arial" pitchFamily="34" charset="0"/>
                <a:cs typeface="Arial" pitchFamily="34" charset="0"/>
              </a:rPr>
              <a:t> Le chiffres d’affaires cumulé</a:t>
            </a:r>
          </a:p>
          <a:p>
            <a:pPr marL="742950" indent="-28575">
              <a:buFont typeface="Wingdings" pitchFamily="2" charset="2"/>
              <a:buChar char="§"/>
            </a:pPr>
            <a:r>
              <a:rPr lang="fr-FR" sz="2000" b="1" dirty="0">
                <a:latin typeface="Arial" pitchFamily="34" charset="0"/>
                <a:cs typeface="Arial" pitchFamily="34" charset="0"/>
              </a:rPr>
              <a:t> Le comparatif avec l’objectif (écart en %)</a:t>
            </a:r>
          </a:p>
          <a:p>
            <a:pPr marL="742950" indent="-28575">
              <a:buFont typeface="Wingdings" pitchFamily="2" charset="2"/>
              <a:buChar char="§"/>
            </a:pPr>
            <a:r>
              <a:rPr lang="fr-FR" sz="2000" b="1" dirty="0">
                <a:latin typeface="Arial" pitchFamily="34" charset="0"/>
                <a:cs typeface="Arial" pitchFamily="34" charset="0"/>
              </a:rPr>
              <a:t> La marge</a:t>
            </a:r>
          </a:p>
          <a:p>
            <a:pPr marL="742950" indent="-28575">
              <a:buFont typeface="Wingdings" pitchFamily="2" charset="2"/>
              <a:buChar char="§"/>
            </a:pPr>
            <a:r>
              <a:rPr lang="fr-FR" sz="2000" b="1" dirty="0">
                <a:latin typeface="Arial" pitchFamily="34" charset="0"/>
                <a:cs typeface="Arial" pitchFamily="34" charset="0"/>
              </a:rPr>
              <a:t> Les ventes des produits stratégiques</a:t>
            </a:r>
          </a:p>
          <a:p>
            <a:pPr marL="742950" indent="-28575">
              <a:buFont typeface="Wingdings" pitchFamily="2" charset="2"/>
              <a:buChar char="§"/>
            </a:pPr>
            <a:r>
              <a:rPr lang="fr-FR" sz="2000" b="1" dirty="0">
                <a:latin typeface="Arial" pitchFamily="34" charset="0"/>
                <a:cs typeface="Arial" pitchFamily="34" charset="0"/>
              </a:rPr>
              <a:t> Les ventes chez les clients clés</a:t>
            </a:r>
          </a:p>
          <a:p>
            <a:pPr marL="742950" indent="-28575">
              <a:buFont typeface="Wingdings" pitchFamily="2" charset="2"/>
              <a:buChar char="§"/>
            </a:pPr>
            <a:r>
              <a:rPr lang="fr-FR" sz="2000" b="1" dirty="0">
                <a:latin typeface="Arial" pitchFamily="34" charset="0"/>
                <a:cs typeface="Arial" pitchFamily="34" charset="0"/>
              </a:rPr>
              <a:t> La proportion de ventes/clients perdus / années précédentes</a:t>
            </a:r>
          </a:p>
          <a:p>
            <a:pPr marL="742950" indent="-742950">
              <a:buNone/>
            </a:pPr>
            <a:endParaRPr lang="fr-FR" sz="2000" dirty="0">
              <a:latin typeface="Arial" pitchFamily="34" charset="0"/>
              <a:cs typeface="Arial" pitchFamily="34" charset="0"/>
            </a:endParaRPr>
          </a:p>
          <a:p>
            <a:pPr marL="742950" indent="-28575">
              <a:buNone/>
            </a:pPr>
            <a:endParaRPr lang="fr-FR" sz="2400" b="1"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K- TABLEAUX DE BORD</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000" b="1" dirty="0">
                <a:solidFill>
                  <a:srgbClr val="E2007A"/>
                </a:solidFill>
                <a:latin typeface="Arial" pitchFamily="34" charset="0"/>
                <a:cs typeface="Arial" pitchFamily="34" charset="0"/>
              </a:rPr>
              <a:t>Piloter la marche des affaires:</a:t>
            </a:r>
          </a:p>
          <a:p>
            <a:pPr marL="742950" indent="-742950">
              <a:buNone/>
            </a:pPr>
            <a:r>
              <a:rPr lang="fr-FR" sz="2000" b="1" dirty="0">
                <a:solidFill>
                  <a:srgbClr val="E2007A"/>
                </a:solidFill>
                <a:latin typeface="Arial" pitchFamily="34" charset="0"/>
                <a:cs typeface="Arial" pitchFamily="34" charset="0"/>
              </a:rPr>
              <a:t> les indicateurs qualitatifs</a:t>
            </a:r>
          </a:p>
          <a:p>
            <a:pPr marL="742950" indent="-742950">
              <a:buNone/>
            </a:pPr>
            <a:endParaRPr lang="fr-FR" sz="2000" b="1" dirty="0">
              <a:solidFill>
                <a:srgbClr val="E2007A"/>
              </a:solidFill>
              <a:latin typeface="Arial" pitchFamily="34" charset="0"/>
              <a:cs typeface="Arial" pitchFamily="34" charset="0"/>
            </a:endParaRPr>
          </a:p>
          <a:p>
            <a:pPr marL="742950" indent="-28575">
              <a:buFont typeface="Wingdings" pitchFamily="2" charset="2"/>
              <a:buChar char="§"/>
            </a:pPr>
            <a:r>
              <a:rPr lang="fr-FR" sz="2000" b="1" dirty="0">
                <a:latin typeface="Arial" pitchFamily="34" charset="0"/>
                <a:cs typeface="Arial" pitchFamily="34" charset="0"/>
              </a:rPr>
              <a:t> Le taux de satisfaction de la clientèle</a:t>
            </a:r>
          </a:p>
          <a:p>
            <a:pPr marL="742950" indent="-28575">
              <a:buFont typeface="Wingdings" pitchFamily="2" charset="2"/>
              <a:buChar char="§"/>
            </a:pPr>
            <a:r>
              <a:rPr lang="fr-FR" sz="2000" b="1" dirty="0">
                <a:latin typeface="Arial" pitchFamily="34" charset="0"/>
                <a:cs typeface="Arial" pitchFamily="34" charset="0"/>
              </a:rPr>
              <a:t> Le niveau de qualité des offres</a:t>
            </a:r>
          </a:p>
          <a:p>
            <a:pPr marL="742950" indent="-28575">
              <a:buFont typeface="Wingdings" pitchFamily="2" charset="2"/>
              <a:buChar char="§"/>
            </a:pPr>
            <a:r>
              <a:rPr lang="fr-FR" sz="2000" b="1" dirty="0">
                <a:latin typeface="Arial" pitchFamily="34" charset="0"/>
                <a:cs typeface="Arial" pitchFamily="34" charset="0"/>
              </a:rPr>
              <a:t> Le taux de réclamation...</a:t>
            </a:r>
            <a:endParaRPr lang="fr-FR" sz="2000" dirty="0">
              <a:latin typeface="Arial" pitchFamily="34" charset="0"/>
              <a:cs typeface="Arial" pitchFamily="34" charset="0"/>
            </a:endParaRPr>
          </a:p>
          <a:p>
            <a:pPr marL="742950" indent="-28575">
              <a:buNone/>
            </a:pPr>
            <a:endParaRPr lang="fr-FR" sz="2400" b="1"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K- TABLEAUX DE BORD</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Piloter les activités des vendeurs:</a:t>
            </a:r>
          </a:p>
          <a:p>
            <a:pPr marL="742950" indent="-742950">
              <a:buNone/>
            </a:pPr>
            <a:r>
              <a:rPr lang="fr-FR" sz="2000" b="1" dirty="0">
                <a:solidFill>
                  <a:srgbClr val="E2007A"/>
                </a:solidFill>
                <a:latin typeface="Arial" pitchFamily="34" charset="0"/>
                <a:cs typeface="Arial" pitchFamily="34" charset="0"/>
              </a:rPr>
              <a:t> les indicateurs </a:t>
            </a:r>
          </a:p>
          <a:p>
            <a:pPr marL="742950" indent="-742950">
              <a:buNone/>
            </a:pPr>
            <a:endParaRPr lang="fr-FR" sz="2000" b="1" dirty="0">
              <a:solidFill>
                <a:srgbClr val="E2007A"/>
              </a:solidFill>
              <a:latin typeface="Arial" pitchFamily="34" charset="0"/>
              <a:cs typeface="Arial" pitchFamily="34" charset="0"/>
            </a:endParaRPr>
          </a:p>
          <a:p>
            <a:pPr marL="742950" indent="-28575">
              <a:buFont typeface="Wingdings" pitchFamily="2" charset="2"/>
              <a:buChar char="§"/>
            </a:pPr>
            <a:r>
              <a:rPr lang="fr-FR" sz="2000" b="1" dirty="0">
                <a:latin typeface="Arial" pitchFamily="34" charset="0"/>
                <a:cs typeface="Arial" pitchFamily="34" charset="0"/>
              </a:rPr>
              <a:t> Le chiffre d’affaires, la marge...</a:t>
            </a:r>
          </a:p>
          <a:p>
            <a:pPr marL="742950" indent="-28575">
              <a:buFont typeface="Wingdings" pitchFamily="2" charset="2"/>
              <a:buChar char="§"/>
            </a:pPr>
            <a:r>
              <a:rPr lang="fr-FR" sz="2000" b="1" dirty="0">
                <a:latin typeface="Arial" pitchFamily="34" charset="0"/>
                <a:cs typeface="Arial" pitchFamily="34" charset="0"/>
              </a:rPr>
              <a:t> Le nombre de clients perdus, gagnés: le solde</a:t>
            </a:r>
          </a:p>
          <a:p>
            <a:pPr marL="742950" indent="-28575">
              <a:buFont typeface="Wingdings" pitchFamily="2" charset="2"/>
              <a:buChar char="§"/>
            </a:pPr>
            <a:r>
              <a:rPr lang="fr-FR" sz="2000" b="1" dirty="0">
                <a:latin typeface="Arial" pitchFamily="34" charset="0"/>
                <a:cs typeface="Arial" pitchFamily="34" charset="0"/>
              </a:rPr>
              <a:t> Le nombre de visites jour</a:t>
            </a:r>
          </a:p>
          <a:p>
            <a:pPr marL="742950" indent="-28575">
              <a:buFont typeface="Wingdings" pitchFamily="2" charset="2"/>
              <a:buChar char="§"/>
            </a:pPr>
            <a:r>
              <a:rPr lang="fr-FR" sz="2400" b="1" dirty="0"/>
              <a:t> La taux de réalisation</a:t>
            </a:r>
          </a:p>
          <a:p>
            <a:pPr marL="742950" indent="-28575">
              <a:buFont typeface="Wingdings" pitchFamily="2" charset="2"/>
              <a:buChar char="§"/>
            </a:pPr>
            <a:r>
              <a:rPr lang="fr-FR" sz="2400" b="1" dirty="0"/>
              <a:t> Ecart entre prospection et fidélisation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idx="1"/>
          </p:nvPr>
        </p:nvSpPr>
        <p:spPr>
          <a:xfrm>
            <a:off x="428596" y="1500174"/>
            <a:ext cx="8229600" cy="4714908"/>
          </a:xfrm>
        </p:spPr>
        <p:txBody>
          <a:bodyPr>
            <a:normAutofit/>
          </a:bodyPr>
          <a:lstStyle/>
          <a:p>
            <a:pPr marL="742950" indent="-742950">
              <a:buNone/>
            </a:pPr>
            <a:r>
              <a:rPr lang="fr-FR" sz="2400" b="1" dirty="0">
                <a:solidFill>
                  <a:srgbClr val="E2007A"/>
                </a:solidFill>
                <a:latin typeface="Arial" pitchFamily="34" charset="0"/>
                <a:cs typeface="Arial" pitchFamily="34" charset="0"/>
              </a:rPr>
              <a:t> 10 points clés pour manager</a:t>
            </a:r>
            <a:endParaRPr lang="fr-FR" sz="2000" b="1" dirty="0">
              <a:solidFill>
                <a:srgbClr val="E2007A"/>
              </a:solidFill>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1619672" y="2060848"/>
            <a:ext cx="5809848" cy="4146284"/>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1714480" y="2060848"/>
            <a:ext cx="5643602" cy="4154984"/>
          </a:xfrm>
          <a:prstGeom prst="rect">
            <a:avLst/>
          </a:prstGeom>
        </p:spPr>
        <p:txBody>
          <a:bodyPr wrap="square">
            <a:spAutoFit/>
          </a:bodyPr>
          <a:lstStyle/>
          <a:p>
            <a:pPr marL="742950" indent="-295275">
              <a:buNone/>
            </a:pPr>
            <a:r>
              <a:rPr lang="fr-FR" sz="2400" dirty="0"/>
              <a:t>1- Structurer</a:t>
            </a:r>
          </a:p>
          <a:p>
            <a:pPr marL="742950" indent="-295275">
              <a:buNone/>
            </a:pPr>
            <a:r>
              <a:rPr lang="fr-FR" sz="2400" dirty="0"/>
              <a:t>2- Aucun détail n’est indigne du « chef »</a:t>
            </a:r>
          </a:p>
          <a:p>
            <a:pPr marL="742950" indent="-295275">
              <a:buNone/>
            </a:pPr>
            <a:r>
              <a:rPr lang="fr-FR" sz="2400" dirty="0"/>
              <a:t>3- Ne pas décider dans la précipitation</a:t>
            </a:r>
          </a:p>
          <a:p>
            <a:pPr marL="742950" indent="-295275">
              <a:buNone/>
            </a:pPr>
            <a:r>
              <a:rPr lang="fr-FR" sz="2400" dirty="0"/>
              <a:t>4- Montrer l’exemple en cultivant l’impeccabilité</a:t>
            </a:r>
          </a:p>
          <a:p>
            <a:pPr marL="742950" indent="-295275">
              <a:buNone/>
            </a:pPr>
            <a:r>
              <a:rPr lang="fr-FR" sz="2400" dirty="0"/>
              <a:t>5- Ne pas désavouer en public</a:t>
            </a:r>
          </a:p>
          <a:p>
            <a:pPr marL="742950" indent="-295275">
              <a:buNone/>
            </a:pPr>
            <a:r>
              <a:rPr lang="fr-FR" sz="2400" dirty="0"/>
              <a:t>6- Ne pas promettre</a:t>
            </a:r>
          </a:p>
          <a:p>
            <a:pPr marL="742950" indent="-295275">
              <a:buNone/>
            </a:pPr>
            <a:r>
              <a:rPr lang="fr-FR" sz="2400" dirty="0"/>
              <a:t>7- Ne pas critiquer</a:t>
            </a:r>
          </a:p>
          <a:p>
            <a:pPr marL="742950" indent="-295275">
              <a:buNone/>
            </a:pPr>
            <a:r>
              <a:rPr lang="fr-FR" sz="2400" dirty="0"/>
              <a:t>8- Rester à sa place</a:t>
            </a:r>
          </a:p>
          <a:p>
            <a:pPr marL="742950" indent="-295275">
              <a:buNone/>
            </a:pPr>
            <a:r>
              <a:rPr lang="fr-FR" sz="2400" dirty="0"/>
              <a:t>9- Ecouter les autres</a:t>
            </a:r>
          </a:p>
          <a:p>
            <a:pPr marL="742950" indent="-295275">
              <a:buNone/>
            </a:pPr>
            <a:r>
              <a:rPr lang="fr-FR" sz="2400" dirty="0"/>
              <a:t>10- Etre ferme et juste</a:t>
            </a:r>
          </a:p>
        </p:txBody>
      </p:sp>
      <p:pic>
        <p:nvPicPr>
          <p:cNvPr id="3" name="Graphique 2" descr="Ampoule et engrenage contour">
            <a:extLst>
              <a:ext uri="{FF2B5EF4-FFF2-40B4-BE49-F238E27FC236}">
                <a16:creationId xmlns:a16="http://schemas.microsoft.com/office/drawing/2014/main" id="{36820FEF-2C7E-4262-AB6E-EA9065ACDE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20272" y="214290"/>
            <a:ext cx="1526839" cy="152683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89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9" name="Rectangle 8"/>
          <p:cNvSpPr/>
          <p:nvPr/>
        </p:nvSpPr>
        <p:spPr>
          <a:xfrm>
            <a:off x="251520" y="2204864"/>
            <a:ext cx="3055515" cy="3662541"/>
          </a:xfrm>
          <a:prstGeom prst="rect">
            <a:avLst/>
          </a:prstGeom>
        </p:spPr>
        <p:txBody>
          <a:bodyPr wrap="square">
            <a:spAutoFit/>
          </a:bodyPr>
          <a:lstStyle/>
          <a:p>
            <a:pPr marL="28575" indent="-28575">
              <a:buNone/>
            </a:pPr>
            <a:r>
              <a:rPr lang="fr-FR" sz="3200" b="1" dirty="0">
                <a:solidFill>
                  <a:srgbClr val="D4D600"/>
                </a:solidFill>
              </a:rPr>
              <a:t>« Un défaut qui empêche les gens d’agir, c’est de ne pas sentir de quoi ils sont capables. »</a:t>
            </a:r>
          </a:p>
          <a:p>
            <a:pPr marL="28575" indent="-28575">
              <a:buNone/>
            </a:pPr>
            <a:endParaRPr lang="fr-FR" sz="2000" b="1" dirty="0">
              <a:solidFill>
                <a:srgbClr val="D4D600"/>
              </a:solidFill>
            </a:endParaRPr>
          </a:p>
          <a:p>
            <a:pPr marL="28575" indent="-28575">
              <a:buNone/>
            </a:pPr>
            <a:r>
              <a:rPr lang="fr-FR" sz="2000" dirty="0">
                <a:solidFill>
                  <a:srgbClr val="D4D600"/>
                </a:solidFill>
              </a:rPr>
              <a:t>Jacques Bénigne Bossuet</a:t>
            </a:r>
          </a:p>
        </p:txBody>
      </p:sp>
      <p:pic>
        <p:nvPicPr>
          <p:cNvPr id="4" name="Image 3">
            <a:extLst>
              <a:ext uri="{FF2B5EF4-FFF2-40B4-BE49-F238E27FC236}">
                <a16:creationId xmlns:a16="http://schemas.microsoft.com/office/drawing/2014/main" id="{1D56DAE6-E355-459A-B473-CB996F25B1E9}"/>
              </a:ext>
            </a:extLst>
          </p:cNvPr>
          <p:cNvPicPr>
            <a:picLocks noChangeAspect="1"/>
          </p:cNvPicPr>
          <p:nvPr/>
        </p:nvPicPr>
        <p:blipFill>
          <a:blip r:embed="rId3"/>
          <a:stretch>
            <a:fillRect/>
          </a:stretch>
        </p:blipFill>
        <p:spPr>
          <a:xfrm>
            <a:off x="3393055" y="2343443"/>
            <a:ext cx="5639698" cy="3438840"/>
          </a:xfrm>
          <a:prstGeom prst="rect">
            <a:avLst/>
          </a:prstGeom>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5117</Words>
  <Application>Microsoft Office PowerPoint</Application>
  <PresentationFormat>Affichage à l'écran (4:3)</PresentationFormat>
  <Paragraphs>933</Paragraphs>
  <Slides>89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89</vt:i4>
      </vt:variant>
    </vt:vector>
  </HeadingPairs>
  <TitlesOfParts>
    <vt:vector size="93" baseType="lpstr">
      <vt:lpstr>Arial</vt:lpstr>
      <vt:lpstr>Calibri</vt:lpstr>
      <vt:lpstr>Wingdings</vt:lpstr>
      <vt:lpstr>Thème Office</vt:lpstr>
      <vt:lpstr>Management d’équipe</vt:lpstr>
      <vt:lpstr>Présentation PowerPoint</vt:lpstr>
      <vt:lpstr>Objectifs pédagogiques</vt:lpstr>
      <vt:lpstr>EXERCICE</vt:lpstr>
      <vt:lpstr>B- Rôles du manager</vt:lpstr>
      <vt:lpstr>B- Rôles du manager</vt:lpstr>
      <vt:lpstr>B- Rôles du manager</vt:lpstr>
      <vt:lpstr>EXERCICE</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EXERCICE</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C- Types de management</vt:lpstr>
      <vt:lpstr>EXERCICE</vt:lpstr>
      <vt:lpstr>C- Types de management</vt:lpstr>
      <vt:lpstr>C- Types de management</vt:lpstr>
      <vt:lpstr>C- Types de management</vt:lpstr>
      <vt:lpstr>C- Types de management</vt:lpstr>
      <vt:lpstr>C- Types de management</vt:lpstr>
      <vt:lpstr>EXERCICE</vt:lpstr>
      <vt:lpstr>C- Types de management</vt:lpstr>
      <vt:lpstr>C- Types de management</vt:lpstr>
      <vt:lpstr>C- Types de management</vt:lpstr>
      <vt:lpstr>D- Identifier son profil</vt:lpstr>
      <vt:lpstr>EXERCICE</vt:lpstr>
      <vt:lpstr>D- Identifier son profil</vt:lpstr>
      <vt:lpstr>D- Identifier son profil</vt:lpstr>
      <vt:lpstr>D- Identifier son profil</vt:lpstr>
      <vt:lpstr>D- Identifier son profil</vt:lpstr>
      <vt:lpstr>D- Identifier son profil</vt:lpstr>
      <vt:lpstr>E- Prendre soin</vt:lpstr>
      <vt:lpstr>E- Prendre soin</vt:lpstr>
      <vt:lpstr>E- Prendre soin</vt:lpstr>
      <vt:lpstr>E- Prendre soin</vt:lpstr>
      <vt:lpstr>E- Prendre soin</vt:lpstr>
      <vt:lpstr>E- Prendre soin</vt:lpstr>
      <vt:lpstr>E- Prendre soin</vt:lpstr>
      <vt:lpstr>F- La motivation</vt:lpstr>
      <vt:lpstr>F- La motivation</vt:lpstr>
      <vt:lpstr>F- La motivation</vt:lpstr>
      <vt:lpstr>F- La motivation</vt:lpstr>
      <vt:lpstr>G- La fixation des objectifs</vt:lpstr>
      <vt:lpstr>G- Fixation des objectifs</vt:lpstr>
      <vt:lpstr>G- Fixation des objectifs</vt:lpstr>
      <vt:lpstr>H- L’entretien</vt:lpstr>
      <vt:lpstr>H- L’entretien</vt:lpstr>
      <vt:lpstr>H- L’entretien</vt:lpstr>
      <vt:lpstr>H- L’entretien</vt:lpstr>
      <vt:lpstr>I- Le pilotage d’équipe</vt:lpstr>
      <vt:lpstr>I- Le pilotage d’équipe</vt:lpstr>
      <vt:lpstr>I- Le pilotage d’équipe</vt:lpstr>
      <vt:lpstr>I- Le pilotage d’équipe</vt:lpstr>
      <vt:lpstr>J-La tournée accompagnée</vt:lpstr>
      <vt:lpstr>J- La tournée accompagnée</vt:lpstr>
      <vt:lpstr>J- La tournée accompagnée</vt:lpstr>
      <vt:lpstr>J- La tournée accompagnée</vt:lpstr>
      <vt:lpstr>J- La tournée accompagnée</vt:lpstr>
      <vt:lpstr>J- La tournée accompagnée</vt:lpstr>
      <vt:lpstr>J- La tournée accompagnée</vt:lpstr>
      <vt:lpstr>J- La tournée accompagnée</vt:lpstr>
      <vt:lpstr>K-Les tableaux de bord</vt:lpstr>
      <vt:lpstr>K- TABLEAUX DE BORD</vt:lpstr>
      <vt:lpstr>K- TABLEAUX DE BORD</vt:lpstr>
      <vt:lpstr>K- TABLEAUX DE BORD</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Administrateur</dc:creator>
  <cp:lastModifiedBy>JOULIE NATHALIE</cp:lastModifiedBy>
  <cp:revision>251</cp:revision>
  <dcterms:created xsi:type="dcterms:W3CDTF">2011-11-12T19:31:13Z</dcterms:created>
  <dcterms:modified xsi:type="dcterms:W3CDTF">2021-02-23T13:16:37Z</dcterms:modified>
</cp:coreProperties>
</file>