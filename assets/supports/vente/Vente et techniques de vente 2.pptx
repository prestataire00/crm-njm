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24" r:id="rId2"/>
    <p:sldId id="2583" r:id="rId3"/>
    <p:sldId id="2542" r:id="rId4"/>
    <p:sldId id="2552" r:id="rId5"/>
    <p:sldId id="2584" r:id="rId6"/>
    <p:sldId id="2670" r:id="rId7"/>
    <p:sldId id="2668" r:id="rId8"/>
    <p:sldId id="2669" r:id="rId9"/>
    <p:sldId id="2591" r:id="rId10"/>
    <p:sldId id="2608" r:id="rId11"/>
    <p:sldId id="2664" r:id="rId12"/>
    <p:sldId id="2663" r:id="rId13"/>
    <p:sldId id="2665" r:id="rId14"/>
    <p:sldId id="2595" r:id="rId15"/>
    <p:sldId id="2603" r:id="rId16"/>
    <p:sldId id="2589" r:id="rId17"/>
    <p:sldId id="2606" r:id="rId18"/>
    <p:sldId id="2666" r:id="rId19"/>
    <p:sldId id="2667" r:id="rId20"/>
    <p:sldId id="2652" r:id="rId21"/>
    <p:sldId id="2544" r:id="rId22"/>
    <p:sldId id="2662" r:id="rId23"/>
  </p:sldIdLst>
  <p:sldSz cx="9144000" cy="6858000" type="screen4x3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AB0"/>
    <a:srgbClr val="E95D0F"/>
    <a:srgbClr val="AAD3D6"/>
    <a:srgbClr val="418287"/>
    <a:srgbClr val="BBC3CD"/>
    <a:srgbClr val="3B7579"/>
    <a:srgbClr val="DFE3E9"/>
    <a:srgbClr val="1F1F26"/>
    <a:srgbClr val="D6DBE2"/>
    <a:srgbClr val="CCD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25922E-E119-4BA9-8D6A-5FD0A0B95CB6}" v="76" dt="2023-01-27T10:20:28.670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4" d="100"/>
          <a:sy n="74" d="100"/>
        </p:scale>
        <p:origin x="988" y="48"/>
      </p:cViewPr>
      <p:guideLst>
        <p:guide pos="288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216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ULIE NATHALIE" userId="9584b74b320a978c" providerId="LiveId" clId="{8625922E-E119-4BA9-8D6A-5FD0A0B95CB6}"/>
    <pc:docChg chg="custSel addSld delSld modSld sldOrd">
      <pc:chgData name="JOULIE NATHALIE" userId="9584b74b320a978c" providerId="LiveId" clId="{8625922E-E119-4BA9-8D6A-5FD0A0B95CB6}" dt="2024-01-11T08:47:14.509" v="2067" actId="20577"/>
      <pc:docMkLst>
        <pc:docMk/>
      </pc:docMkLst>
      <pc:sldChg chg="delSp modSp mod">
        <pc:chgData name="JOULIE NATHALIE" userId="9584b74b320a978c" providerId="LiveId" clId="{8625922E-E119-4BA9-8D6A-5FD0A0B95CB6}" dt="2023-01-23T06:47:06.292" v="156" actId="1076"/>
        <pc:sldMkLst>
          <pc:docMk/>
          <pc:sldMk cId="3073952723" sldId="2542"/>
        </pc:sldMkLst>
        <pc:spChg chg="del mod">
          <ac:chgData name="JOULIE NATHALIE" userId="9584b74b320a978c" providerId="LiveId" clId="{8625922E-E119-4BA9-8D6A-5FD0A0B95CB6}" dt="2023-01-23T06:45:49.196" v="89" actId="478"/>
          <ac:spMkLst>
            <pc:docMk/>
            <pc:sldMk cId="3073952723" sldId="2542"/>
            <ac:spMk id="8" creationId="{2A8B9B5C-8DF5-4475-BEC7-23A9F1C5A579}"/>
          </ac:spMkLst>
        </pc:spChg>
        <pc:spChg chg="mod">
          <ac:chgData name="JOULIE NATHALIE" userId="9584b74b320a978c" providerId="LiveId" clId="{8625922E-E119-4BA9-8D6A-5FD0A0B95CB6}" dt="2023-01-23T06:45:23.808" v="42" actId="20577"/>
          <ac:spMkLst>
            <pc:docMk/>
            <pc:sldMk cId="3073952723" sldId="2542"/>
            <ac:spMk id="10" creationId="{1A50CE80-CA72-48E8-BA6A-98B4A0501A5B}"/>
          </ac:spMkLst>
        </pc:spChg>
        <pc:spChg chg="mod">
          <ac:chgData name="JOULIE NATHALIE" userId="9584b74b320a978c" providerId="LiveId" clId="{8625922E-E119-4BA9-8D6A-5FD0A0B95CB6}" dt="2023-01-23T06:46:55.585" v="154" actId="1076"/>
          <ac:spMkLst>
            <pc:docMk/>
            <pc:sldMk cId="3073952723" sldId="2542"/>
            <ac:spMk id="11" creationId="{C14F54D7-BF5E-4E71-B564-296328864A56}"/>
          </ac:spMkLst>
        </pc:spChg>
        <pc:spChg chg="mod">
          <ac:chgData name="JOULIE NATHALIE" userId="9584b74b320a978c" providerId="LiveId" clId="{8625922E-E119-4BA9-8D6A-5FD0A0B95CB6}" dt="2023-01-23T06:47:06.292" v="156" actId="1076"/>
          <ac:spMkLst>
            <pc:docMk/>
            <pc:sldMk cId="3073952723" sldId="2542"/>
            <ac:spMk id="12" creationId="{75BAF650-FD43-47DB-AB10-61E4F4A72162}"/>
          </ac:spMkLst>
        </pc:spChg>
      </pc:sldChg>
      <pc:sldChg chg="modSp mod">
        <pc:chgData name="JOULIE NATHALIE" userId="9584b74b320a978c" providerId="LiveId" clId="{8625922E-E119-4BA9-8D6A-5FD0A0B95CB6}" dt="2024-01-11T08:47:14.509" v="2067" actId="20577"/>
        <pc:sldMkLst>
          <pc:docMk/>
          <pc:sldMk cId="2300261766" sldId="2583"/>
        </pc:sldMkLst>
        <pc:spChg chg="mod">
          <ac:chgData name="JOULIE NATHALIE" userId="9584b74b320a978c" providerId="LiveId" clId="{8625922E-E119-4BA9-8D6A-5FD0A0B95CB6}" dt="2024-01-11T08:47:14.509" v="2067" actId="20577"/>
          <ac:spMkLst>
            <pc:docMk/>
            <pc:sldMk cId="2300261766" sldId="2583"/>
            <ac:spMk id="6" creationId="{9DDED7CE-5233-4A0F-A4E4-3EC6B3D501DE}"/>
          </ac:spMkLst>
        </pc:spChg>
      </pc:sldChg>
      <pc:sldChg chg="modSp mod">
        <pc:chgData name="JOULIE NATHALIE" userId="9584b74b320a978c" providerId="LiveId" clId="{8625922E-E119-4BA9-8D6A-5FD0A0B95CB6}" dt="2023-01-27T10:17:33.566" v="1818" actId="27636"/>
        <pc:sldMkLst>
          <pc:docMk/>
          <pc:sldMk cId="2449383877" sldId="2584"/>
        </pc:sldMkLst>
        <pc:spChg chg="mod">
          <ac:chgData name="JOULIE NATHALIE" userId="9584b74b320a978c" providerId="LiveId" clId="{8625922E-E119-4BA9-8D6A-5FD0A0B95CB6}" dt="2023-01-27T10:17:33.566" v="1818" actId="27636"/>
          <ac:spMkLst>
            <pc:docMk/>
            <pc:sldMk cId="2449383877" sldId="2584"/>
            <ac:spMk id="6" creationId="{9DDED7CE-5233-4A0F-A4E4-3EC6B3D501DE}"/>
          </ac:spMkLst>
        </pc:spChg>
      </pc:sldChg>
      <pc:sldChg chg="addSp modSp mod">
        <pc:chgData name="JOULIE NATHALIE" userId="9584b74b320a978c" providerId="LiveId" clId="{8625922E-E119-4BA9-8D6A-5FD0A0B95CB6}" dt="2023-01-27T10:05:36.547" v="1126" actId="1076"/>
        <pc:sldMkLst>
          <pc:docMk/>
          <pc:sldMk cId="2643345205" sldId="2591"/>
        </pc:sldMkLst>
        <pc:spChg chg="add mod">
          <ac:chgData name="JOULIE NATHALIE" userId="9584b74b320a978c" providerId="LiveId" clId="{8625922E-E119-4BA9-8D6A-5FD0A0B95CB6}" dt="2023-01-23T06:53:20.980" v="329" actId="1076"/>
          <ac:spMkLst>
            <pc:docMk/>
            <pc:sldMk cId="2643345205" sldId="2591"/>
            <ac:spMk id="3" creationId="{D6A8CDDD-E54C-1CD4-701F-18335E9FBA32}"/>
          </ac:spMkLst>
        </pc:spChg>
        <pc:spChg chg="mod">
          <ac:chgData name="JOULIE NATHALIE" userId="9584b74b320a978c" providerId="LiveId" clId="{8625922E-E119-4BA9-8D6A-5FD0A0B95CB6}" dt="2023-01-23T06:51:44.522" v="275" actId="1076"/>
          <ac:spMkLst>
            <pc:docMk/>
            <pc:sldMk cId="2643345205" sldId="2591"/>
            <ac:spMk id="5" creationId="{F7AEBCE6-80AB-4514-AB8D-659ED54BF1BD}"/>
          </ac:spMkLst>
        </pc:spChg>
        <pc:graphicFrameChg chg="mod modGraphic">
          <ac:chgData name="JOULIE NATHALIE" userId="9584b74b320a978c" providerId="LiveId" clId="{8625922E-E119-4BA9-8D6A-5FD0A0B95CB6}" dt="2023-01-27T10:05:36.547" v="1126" actId="1076"/>
          <ac:graphicFrameMkLst>
            <pc:docMk/>
            <pc:sldMk cId="2643345205" sldId="2591"/>
            <ac:graphicFrameMk id="10" creationId="{D3EACCE7-C968-46D9-DFF8-2392CAE39A38}"/>
          </ac:graphicFrameMkLst>
        </pc:graphicFrameChg>
      </pc:sldChg>
      <pc:sldChg chg="del">
        <pc:chgData name="JOULIE NATHALIE" userId="9584b74b320a978c" providerId="LiveId" clId="{8625922E-E119-4BA9-8D6A-5FD0A0B95CB6}" dt="2023-01-27T10:08:08.332" v="1223" actId="2696"/>
        <pc:sldMkLst>
          <pc:docMk/>
          <pc:sldMk cId="2592111830" sldId="2592"/>
        </pc:sldMkLst>
      </pc:sldChg>
      <pc:sldChg chg="addSp delSp modSp mod ord">
        <pc:chgData name="JOULIE NATHALIE" userId="9584b74b320a978c" providerId="LiveId" clId="{8625922E-E119-4BA9-8D6A-5FD0A0B95CB6}" dt="2023-01-23T07:07:59.685" v="805"/>
        <pc:sldMkLst>
          <pc:docMk/>
          <pc:sldMk cId="3761371623" sldId="2595"/>
        </pc:sldMkLst>
        <pc:spChg chg="add mod">
          <ac:chgData name="JOULIE NATHALIE" userId="9584b74b320a978c" providerId="LiveId" clId="{8625922E-E119-4BA9-8D6A-5FD0A0B95CB6}" dt="2023-01-23T07:05:27.394" v="782" actId="1076"/>
          <ac:spMkLst>
            <pc:docMk/>
            <pc:sldMk cId="3761371623" sldId="2595"/>
            <ac:spMk id="2" creationId="{E80B458E-6A97-2E9F-5905-D6FF22D8B758}"/>
          </ac:spMkLst>
        </pc:spChg>
        <pc:spChg chg="mod">
          <ac:chgData name="JOULIE NATHALIE" userId="9584b74b320a978c" providerId="LiveId" clId="{8625922E-E119-4BA9-8D6A-5FD0A0B95CB6}" dt="2023-01-23T07:07:23.203" v="798" actId="14100"/>
          <ac:spMkLst>
            <pc:docMk/>
            <pc:sldMk cId="3761371623" sldId="2595"/>
            <ac:spMk id="12" creationId="{BD74B410-4BBF-495B-961F-89714FFF7A5E}"/>
          </ac:spMkLst>
        </pc:spChg>
        <pc:spChg chg="mod">
          <ac:chgData name="JOULIE NATHALIE" userId="9584b74b320a978c" providerId="LiveId" clId="{8625922E-E119-4BA9-8D6A-5FD0A0B95CB6}" dt="2023-01-23T07:07:43.609" v="803" actId="1076"/>
          <ac:spMkLst>
            <pc:docMk/>
            <pc:sldMk cId="3761371623" sldId="2595"/>
            <ac:spMk id="13" creationId="{320C060B-DDCB-482D-99FC-3877222324B4}"/>
          </ac:spMkLst>
        </pc:spChg>
        <pc:spChg chg="mod">
          <ac:chgData name="JOULIE NATHALIE" userId="9584b74b320a978c" providerId="LiveId" clId="{8625922E-E119-4BA9-8D6A-5FD0A0B95CB6}" dt="2023-01-23T07:07:41.053" v="802" actId="14100"/>
          <ac:spMkLst>
            <pc:docMk/>
            <pc:sldMk cId="3761371623" sldId="2595"/>
            <ac:spMk id="14" creationId="{16B8748F-C58A-4950-9377-6832A51FAC8B}"/>
          </ac:spMkLst>
        </pc:spChg>
        <pc:spChg chg="mod">
          <ac:chgData name="JOULIE NATHALIE" userId="9584b74b320a978c" providerId="LiveId" clId="{8625922E-E119-4BA9-8D6A-5FD0A0B95CB6}" dt="2023-01-23T07:06:44.578" v="792" actId="14100"/>
          <ac:spMkLst>
            <pc:docMk/>
            <pc:sldMk cId="3761371623" sldId="2595"/>
            <ac:spMk id="15" creationId="{36A75B17-57C2-42EA-BF38-7F071484A3F6}"/>
          </ac:spMkLst>
        </pc:spChg>
        <pc:spChg chg="mod">
          <ac:chgData name="JOULIE NATHALIE" userId="9584b74b320a978c" providerId="LiveId" clId="{8625922E-E119-4BA9-8D6A-5FD0A0B95CB6}" dt="2023-01-23T07:06:57.229" v="794" actId="1076"/>
          <ac:spMkLst>
            <pc:docMk/>
            <pc:sldMk cId="3761371623" sldId="2595"/>
            <ac:spMk id="16" creationId="{6DBC1CD1-60D3-4482-838C-188457354819}"/>
          </ac:spMkLst>
        </pc:spChg>
        <pc:spChg chg="mod">
          <ac:chgData name="JOULIE NATHALIE" userId="9584b74b320a978c" providerId="LiveId" clId="{8625922E-E119-4BA9-8D6A-5FD0A0B95CB6}" dt="2023-01-23T07:02:43.916" v="680" actId="1076"/>
          <ac:spMkLst>
            <pc:docMk/>
            <pc:sldMk cId="3761371623" sldId="2595"/>
            <ac:spMk id="21" creationId="{07D6CBCD-8AE2-4ADF-AC7A-984C81A1FD74}"/>
          </ac:spMkLst>
        </pc:spChg>
        <pc:picChg chg="add mod">
          <ac:chgData name="JOULIE NATHALIE" userId="9584b74b320a978c" providerId="LiveId" clId="{8625922E-E119-4BA9-8D6A-5FD0A0B95CB6}" dt="2023-01-23T07:06:15.432" v="787" actId="207"/>
          <ac:picMkLst>
            <pc:docMk/>
            <pc:sldMk cId="3761371623" sldId="2595"/>
            <ac:picMk id="4" creationId="{F4E67341-4FA0-D89D-0B96-65CAC5D958E6}"/>
          </ac:picMkLst>
        </pc:picChg>
        <pc:picChg chg="del">
          <ac:chgData name="JOULIE NATHALIE" userId="9584b74b320a978c" providerId="LiveId" clId="{8625922E-E119-4BA9-8D6A-5FD0A0B95CB6}" dt="2023-01-23T07:05:39.167" v="784" actId="478"/>
          <ac:picMkLst>
            <pc:docMk/>
            <pc:sldMk cId="3761371623" sldId="2595"/>
            <ac:picMk id="18" creationId="{10C7ADF6-E38B-470D-AD44-EC0E0F90A2E8}"/>
          </ac:picMkLst>
        </pc:picChg>
      </pc:sldChg>
      <pc:sldChg chg="modSp mod">
        <pc:chgData name="JOULIE NATHALIE" userId="9584b74b320a978c" providerId="LiveId" clId="{8625922E-E119-4BA9-8D6A-5FD0A0B95CB6}" dt="2023-01-23T06:55:38.037" v="368" actId="20577"/>
        <pc:sldMkLst>
          <pc:docMk/>
          <pc:sldMk cId="2886601762" sldId="2603"/>
        </pc:sldMkLst>
        <pc:spChg chg="mod">
          <ac:chgData name="JOULIE NATHALIE" userId="9584b74b320a978c" providerId="LiveId" clId="{8625922E-E119-4BA9-8D6A-5FD0A0B95CB6}" dt="2023-01-23T06:55:38.037" v="368" actId="20577"/>
          <ac:spMkLst>
            <pc:docMk/>
            <pc:sldMk cId="2886601762" sldId="2603"/>
            <ac:spMk id="6" creationId="{9DDED7CE-5233-4A0F-A4E4-3EC6B3D501DE}"/>
          </ac:spMkLst>
        </pc:spChg>
      </pc:sldChg>
      <pc:sldChg chg="del">
        <pc:chgData name="JOULIE NATHALIE" userId="9584b74b320a978c" providerId="LiveId" clId="{8625922E-E119-4BA9-8D6A-5FD0A0B95CB6}" dt="2023-01-27T10:07:19.380" v="1198" actId="2696"/>
        <pc:sldMkLst>
          <pc:docMk/>
          <pc:sldMk cId="2132135442" sldId="2605"/>
        </pc:sldMkLst>
      </pc:sldChg>
      <pc:sldChg chg="modSp mod">
        <pc:chgData name="JOULIE NATHALIE" userId="9584b74b320a978c" providerId="LiveId" clId="{8625922E-E119-4BA9-8D6A-5FD0A0B95CB6}" dt="2023-01-27T10:19:10.505" v="1895" actId="113"/>
        <pc:sldMkLst>
          <pc:docMk/>
          <pc:sldMk cId="2832016298" sldId="2606"/>
        </pc:sldMkLst>
        <pc:spChg chg="mod">
          <ac:chgData name="JOULIE NATHALIE" userId="9584b74b320a978c" providerId="LiveId" clId="{8625922E-E119-4BA9-8D6A-5FD0A0B95CB6}" dt="2023-01-27T10:18:58.740" v="1894" actId="1076"/>
          <ac:spMkLst>
            <pc:docMk/>
            <pc:sldMk cId="2832016298" sldId="2606"/>
            <ac:spMk id="3" creationId="{CFB57968-9C31-D466-018D-4CF369A8BA3D}"/>
          </ac:spMkLst>
        </pc:spChg>
        <pc:spChg chg="mod">
          <ac:chgData name="JOULIE NATHALIE" userId="9584b74b320a978c" providerId="LiveId" clId="{8625922E-E119-4BA9-8D6A-5FD0A0B95CB6}" dt="2023-01-27T10:19:10.505" v="1895" actId="113"/>
          <ac:spMkLst>
            <pc:docMk/>
            <pc:sldMk cId="2832016298" sldId="2606"/>
            <ac:spMk id="6" creationId="{9DDED7CE-5233-4A0F-A4E4-3EC6B3D501DE}"/>
          </ac:spMkLst>
        </pc:spChg>
      </pc:sldChg>
      <pc:sldChg chg="modSp mod">
        <pc:chgData name="JOULIE NATHALIE" userId="9584b74b320a978c" providerId="LiveId" clId="{8625922E-E119-4BA9-8D6A-5FD0A0B95CB6}" dt="2023-01-27T10:06:11.789" v="1196" actId="20577"/>
        <pc:sldMkLst>
          <pc:docMk/>
          <pc:sldMk cId="2351875645" sldId="2608"/>
        </pc:sldMkLst>
        <pc:spChg chg="mod">
          <ac:chgData name="JOULIE NATHALIE" userId="9584b74b320a978c" providerId="LiveId" clId="{8625922E-E119-4BA9-8D6A-5FD0A0B95CB6}" dt="2023-01-27T10:06:11.789" v="1196" actId="20577"/>
          <ac:spMkLst>
            <pc:docMk/>
            <pc:sldMk cId="2351875645" sldId="2608"/>
            <ac:spMk id="6" creationId="{9DDED7CE-5233-4A0F-A4E4-3EC6B3D501DE}"/>
          </ac:spMkLst>
        </pc:spChg>
      </pc:sldChg>
      <pc:sldChg chg="modSp del mod">
        <pc:chgData name="JOULIE NATHALIE" userId="9584b74b320a978c" providerId="LiveId" clId="{8625922E-E119-4BA9-8D6A-5FD0A0B95CB6}" dt="2023-01-27T10:19:17.181" v="1896" actId="2696"/>
        <pc:sldMkLst>
          <pc:docMk/>
          <pc:sldMk cId="2420538744" sldId="2641"/>
        </pc:sldMkLst>
        <pc:spChg chg="mod">
          <ac:chgData name="JOULIE NATHALIE" userId="9584b74b320a978c" providerId="LiveId" clId="{8625922E-E119-4BA9-8D6A-5FD0A0B95CB6}" dt="2023-01-23T06:58:43.699" v="512" actId="6549"/>
          <ac:spMkLst>
            <pc:docMk/>
            <pc:sldMk cId="2420538744" sldId="2641"/>
            <ac:spMk id="6" creationId="{9DDED7CE-5233-4A0F-A4E4-3EC6B3D501DE}"/>
          </ac:spMkLst>
        </pc:spChg>
      </pc:sldChg>
      <pc:sldChg chg="modSp mod">
        <pc:chgData name="JOULIE NATHALIE" userId="9584b74b320a978c" providerId="LiveId" clId="{8625922E-E119-4BA9-8D6A-5FD0A0B95CB6}" dt="2023-01-27T10:15:34.978" v="1641" actId="20577"/>
        <pc:sldMkLst>
          <pc:docMk/>
          <pc:sldMk cId="3914416438" sldId="2652"/>
        </pc:sldMkLst>
        <pc:spChg chg="mod">
          <ac:chgData name="JOULIE NATHALIE" userId="9584b74b320a978c" providerId="LiveId" clId="{8625922E-E119-4BA9-8D6A-5FD0A0B95CB6}" dt="2023-01-27T10:15:34.978" v="1641" actId="20577"/>
          <ac:spMkLst>
            <pc:docMk/>
            <pc:sldMk cId="3914416438" sldId="2652"/>
            <ac:spMk id="6" creationId="{9DDED7CE-5233-4A0F-A4E4-3EC6B3D501DE}"/>
          </ac:spMkLst>
        </pc:spChg>
      </pc:sldChg>
      <pc:sldChg chg="modSp">
        <pc:chgData name="JOULIE NATHALIE" userId="9584b74b320a978c" providerId="LiveId" clId="{8625922E-E119-4BA9-8D6A-5FD0A0B95CB6}" dt="2023-01-27T10:06:33.401" v="1197" actId="208"/>
        <pc:sldMkLst>
          <pc:docMk/>
          <pc:sldMk cId="2921536363" sldId="2663"/>
        </pc:sldMkLst>
        <pc:graphicFrameChg chg="mod">
          <ac:chgData name="JOULIE NATHALIE" userId="9584b74b320a978c" providerId="LiveId" clId="{8625922E-E119-4BA9-8D6A-5FD0A0B95CB6}" dt="2023-01-27T10:06:33.401" v="1197" actId="208"/>
          <ac:graphicFrameMkLst>
            <pc:docMk/>
            <pc:sldMk cId="2921536363" sldId="2663"/>
            <ac:graphicFrameMk id="8" creationId="{4EEC422E-815C-CEFA-DF2D-EA3C78431984}"/>
          </ac:graphicFrameMkLst>
        </pc:graphicFrameChg>
      </pc:sldChg>
      <pc:sldChg chg="modSp ord">
        <pc:chgData name="JOULIE NATHALIE" userId="9584b74b320a978c" providerId="LiveId" clId="{8625922E-E119-4BA9-8D6A-5FD0A0B95CB6}" dt="2023-01-23T06:55:03.988" v="354" actId="20577"/>
        <pc:sldMkLst>
          <pc:docMk/>
          <pc:sldMk cId="2426578166" sldId="2664"/>
        </pc:sldMkLst>
        <pc:graphicFrameChg chg="mod">
          <ac:chgData name="JOULIE NATHALIE" userId="9584b74b320a978c" providerId="LiveId" clId="{8625922E-E119-4BA9-8D6A-5FD0A0B95CB6}" dt="2023-01-23T06:55:03.988" v="354" actId="20577"/>
          <ac:graphicFrameMkLst>
            <pc:docMk/>
            <pc:sldMk cId="2426578166" sldId="2664"/>
            <ac:graphicFrameMk id="8" creationId="{4EEC422E-815C-CEFA-DF2D-EA3C78431984}"/>
          </ac:graphicFrameMkLst>
        </pc:graphicFrameChg>
      </pc:sldChg>
      <pc:sldChg chg="modSp">
        <pc:chgData name="JOULIE NATHALIE" userId="9584b74b320a978c" providerId="LiveId" clId="{8625922E-E119-4BA9-8D6A-5FD0A0B95CB6}" dt="2023-01-23T06:55:19.994" v="358" actId="20577"/>
        <pc:sldMkLst>
          <pc:docMk/>
          <pc:sldMk cId="2031648407" sldId="2665"/>
        </pc:sldMkLst>
        <pc:graphicFrameChg chg="mod">
          <ac:chgData name="JOULIE NATHALIE" userId="9584b74b320a978c" providerId="LiveId" clId="{8625922E-E119-4BA9-8D6A-5FD0A0B95CB6}" dt="2023-01-23T06:55:19.994" v="358" actId="20577"/>
          <ac:graphicFrameMkLst>
            <pc:docMk/>
            <pc:sldMk cId="2031648407" sldId="2665"/>
            <ac:graphicFrameMk id="8" creationId="{4EEC422E-815C-CEFA-DF2D-EA3C78431984}"/>
          </ac:graphicFrameMkLst>
        </pc:graphicFrameChg>
      </pc:sldChg>
      <pc:sldChg chg="modSp mod">
        <pc:chgData name="JOULIE NATHALIE" userId="9584b74b320a978c" providerId="LiveId" clId="{8625922E-E119-4BA9-8D6A-5FD0A0B95CB6}" dt="2023-01-23T06:46:37.127" v="153" actId="20577"/>
        <pc:sldMkLst>
          <pc:docMk/>
          <pc:sldMk cId="3172077692" sldId="2666"/>
        </pc:sldMkLst>
        <pc:spChg chg="mod">
          <ac:chgData name="JOULIE NATHALIE" userId="9584b74b320a978c" providerId="LiveId" clId="{8625922E-E119-4BA9-8D6A-5FD0A0B95CB6}" dt="2023-01-23T06:46:37.127" v="153" actId="20577"/>
          <ac:spMkLst>
            <pc:docMk/>
            <pc:sldMk cId="3172077692" sldId="2666"/>
            <ac:spMk id="3" creationId="{F73D75BE-E7AD-49A1-A453-D007D958AC3D}"/>
          </ac:spMkLst>
        </pc:spChg>
      </pc:sldChg>
      <pc:sldChg chg="addSp modSp mod">
        <pc:chgData name="JOULIE NATHALIE" userId="9584b74b320a978c" providerId="LiveId" clId="{8625922E-E119-4BA9-8D6A-5FD0A0B95CB6}" dt="2023-01-27T10:20:34.390" v="1899" actId="14100"/>
        <pc:sldMkLst>
          <pc:docMk/>
          <pc:sldMk cId="1996556943" sldId="2667"/>
        </pc:sldMkLst>
        <pc:spChg chg="mod">
          <ac:chgData name="JOULIE NATHALIE" userId="9584b74b320a978c" providerId="LiveId" clId="{8625922E-E119-4BA9-8D6A-5FD0A0B95CB6}" dt="2023-01-27T10:08:46.572" v="1249" actId="20577"/>
          <ac:spMkLst>
            <pc:docMk/>
            <pc:sldMk cId="1996556943" sldId="2667"/>
            <ac:spMk id="2" creationId="{4300BDAD-52E0-4D2F-8F10-48E1B2FC537B}"/>
          </ac:spMkLst>
        </pc:spChg>
        <pc:spChg chg="mod">
          <ac:chgData name="JOULIE NATHALIE" userId="9584b74b320a978c" providerId="LiveId" clId="{8625922E-E119-4BA9-8D6A-5FD0A0B95CB6}" dt="2023-01-27T10:09:05.778" v="1292" actId="20577"/>
          <ac:spMkLst>
            <pc:docMk/>
            <pc:sldMk cId="1996556943" sldId="2667"/>
            <ac:spMk id="6" creationId="{9DDED7CE-5233-4A0F-A4E4-3EC6B3D501DE}"/>
          </ac:spMkLst>
        </pc:spChg>
        <pc:picChg chg="add mod">
          <ac:chgData name="JOULIE NATHALIE" userId="9584b74b320a978c" providerId="LiveId" clId="{8625922E-E119-4BA9-8D6A-5FD0A0B95CB6}" dt="2023-01-27T10:20:34.390" v="1899" actId="14100"/>
          <ac:picMkLst>
            <pc:docMk/>
            <pc:sldMk cId="1996556943" sldId="2667"/>
            <ac:picMk id="3" creationId="{0A4CC640-9948-12E5-37BD-02AD4A78531C}"/>
          </ac:picMkLst>
        </pc:picChg>
      </pc:sldChg>
      <pc:sldChg chg="modSp add mod">
        <pc:chgData name="JOULIE NATHALIE" userId="9584b74b320a978c" providerId="LiveId" clId="{8625922E-E119-4BA9-8D6A-5FD0A0B95CB6}" dt="2023-01-27T10:04:53.634" v="1090" actId="113"/>
        <pc:sldMkLst>
          <pc:docMk/>
          <pc:sldMk cId="2279215193" sldId="2668"/>
        </pc:sldMkLst>
        <pc:spChg chg="mod">
          <ac:chgData name="JOULIE NATHALIE" userId="9584b74b320a978c" providerId="LiveId" clId="{8625922E-E119-4BA9-8D6A-5FD0A0B95CB6}" dt="2023-01-27T10:04:53.634" v="1090" actId="113"/>
          <ac:spMkLst>
            <pc:docMk/>
            <pc:sldMk cId="2279215193" sldId="2668"/>
            <ac:spMk id="6" creationId="{9DDED7CE-5233-4A0F-A4E4-3EC6B3D501DE}"/>
          </ac:spMkLst>
        </pc:spChg>
      </pc:sldChg>
      <pc:sldChg chg="modSp add mod">
        <pc:chgData name="JOULIE NATHALIE" userId="9584b74b320a978c" providerId="LiveId" clId="{8625922E-E119-4BA9-8D6A-5FD0A0B95CB6}" dt="2023-01-27T10:18:15.713" v="1893" actId="27636"/>
        <pc:sldMkLst>
          <pc:docMk/>
          <pc:sldMk cId="4114515071" sldId="2669"/>
        </pc:sldMkLst>
        <pc:spChg chg="mod">
          <ac:chgData name="JOULIE NATHALIE" userId="9584b74b320a978c" providerId="LiveId" clId="{8625922E-E119-4BA9-8D6A-5FD0A0B95CB6}" dt="2023-01-27T10:18:15.713" v="1893" actId="27636"/>
          <ac:spMkLst>
            <pc:docMk/>
            <pc:sldMk cId="4114515071" sldId="2669"/>
            <ac:spMk id="6" creationId="{9DDED7CE-5233-4A0F-A4E4-3EC6B3D501DE}"/>
          </ac:spMkLst>
        </pc:spChg>
      </pc:sldChg>
      <pc:sldChg chg="add">
        <pc:chgData name="JOULIE NATHALIE" userId="9584b74b320a978c" providerId="LiveId" clId="{8625922E-E119-4BA9-8D6A-5FD0A0B95CB6}" dt="2023-01-27T10:16:37.255" v="1642" actId="2890"/>
        <pc:sldMkLst>
          <pc:docMk/>
          <pc:sldMk cId="2581628851" sldId="267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6D13F8-B14F-47C9-AF0F-8AEB04AE5953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</dgm:pt>
    <dgm:pt modelId="{9860C970-CB29-4863-BC54-E910E74BD642}">
      <dgm:prSet phldrT="[Texte]" custT="1"/>
      <dgm:spPr/>
      <dgm:t>
        <a:bodyPr/>
        <a:lstStyle/>
        <a:p>
          <a:r>
            <a:rPr lang="fr-FR" sz="2400" b="1" dirty="0">
              <a:solidFill>
                <a:schemeClr val="bg1"/>
              </a:solidFill>
            </a:rPr>
            <a:t>1-Prise de contact</a:t>
          </a:r>
        </a:p>
      </dgm:t>
    </dgm:pt>
    <dgm:pt modelId="{9E9C7BFD-10D4-4E1E-BC9B-BEF1279C2A04}" type="parTrans" cxnId="{5E120FD9-63CB-4B86-871B-F1D088561CD9}">
      <dgm:prSet/>
      <dgm:spPr/>
      <dgm:t>
        <a:bodyPr/>
        <a:lstStyle/>
        <a:p>
          <a:endParaRPr lang="fr-FR"/>
        </a:p>
      </dgm:t>
    </dgm:pt>
    <dgm:pt modelId="{1DC9C33F-FC2B-4B1B-8DCE-EBA98EFA354F}" type="sibTrans" cxnId="{5E120FD9-63CB-4B86-871B-F1D088561CD9}">
      <dgm:prSet/>
      <dgm:spPr/>
      <dgm:t>
        <a:bodyPr/>
        <a:lstStyle/>
        <a:p>
          <a:endParaRPr lang="fr-FR"/>
        </a:p>
      </dgm:t>
    </dgm:pt>
    <dgm:pt modelId="{EDFBFB50-7936-4EF3-855C-4B52969FE791}">
      <dgm:prSet phldrT="[Texte]" custT="1"/>
      <dgm:spPr/>
      <dgm:t>
        <a:bodyPr/>
        <a:lstStyle/>
        <a:p>
          <a:r>
            <a:rPr lang="fr-FR" sz="2400" b="1" dirty="0">
              <a:solidFill>
                <a:schemeClr val="bg1"/>
              </a:solidFill>
            </a:rPr>
            <a:t>2-Découverte</a:t>
          </a:r>
        </a:p>
      </dgm:t>
    </dgm:pt>
    <dgm:pt modelId="{BD36BB1C-2D09-49DF-AB58-0B6ECB2DCD8C}" type="parTrans" cxnId="{6595C44F-5DEE-4245-A398-E44A2B434BB6}">
      <dgm:prSet/>
      <dgm:spPr/>
      <dgm:t>
        <a:bodyPr/>
        <a:lstStyle/>
        <a:p>
          <a:endParaRPr lang="fr-FR"/>
        </a:p>
      </dgm:t>
    </dgm:pt>
    <dgm:pt modelId="{EC48AAF3-AD7F-434E-BD15-B0599572D410}" type="sibTrans" cxnId="{6595C44F-5DEE-4245-A398-E44A2B434BB6}">
      <dgm:prSet/>
      <dgm:spPr/>
      <dgm:t>
        <a:bodyPr/>
        <a:lstStyle/>
        <a:p>
          <a:endParaRPr lang="fr-FR"/>
        </a:p>
      </dgm:t>
    </dgm:pt>
    <dgm:pt modelId="{14F0A72A-BB00-4C9B-AA4B-D3763E563624}">
      <dgm:prSet phldrT="[Texte]" custT="1"/>
      <dgm:spPr/>
      <dgm:t>
        <a:bodyPr/>
        <a:lstStyle/>
        <a:p>
          <a:r>
            <a:rPr lang="fr-FR" sz="2400" b="1" dirty="0">
              <a:solidFill>
                <a:schemeClr val="bg1"/>
              </a:solidFill>
            </a:rPr>
            <a:t>3-Argumentation</a:t>
          </a:r>
        </a:p>
      </dgm:t>
    </dgm:pt>
    <dgm:pt modelId="{B00ED9DB-139E-4ACC-8472-CB2BCD2C1680}" type="parTrans" cxnId="{6038E086-1E1B-49A9-A6BE-9E6A59895DD6}">
      <dgm:prSet/>
      <dgm:spPr/>
      <dgm:t>
        <a:bodyPr/>
        <a:lstStyle/>
        <a:p>
          <a:endParaRPr lang="fr-FR"/>
        </a:p>
      </dgm:t>
    </dgm:pt>
    <dgm:pt modelId="{4F1E1336-475B-4997-B4B6-1F7CBB17008A}" type="sibTrans" cxnId="{6038E086-1E1B-49A9-A6BE-9E6A59895DD6}">
      <dgm:prSet/>
      <dgm:spPr/>
      <dgm:t>
        <a:bodyPr/>
        <a:lstStyle/>
        <a:p>
          <a:endParaRPr lang="fr-FR"/>
        </a:p>
      </dgm:t>
    </dgm:pt>
    <dgm:pt modelId="{678B6D5E-F2D0-4A63-B309-0AF4194AE41D}">
      <dgm:prSet phldrT="[Texte]" custT="1"/>
      <dgm:spPr/>
      <dgm:t>
        <a:bodyPr/>
        <a:lstStyle/>
        <a:p>
          <a:r>
            <a:rPr lang="fr-FR" sz="2400" b="1" dirty="0">
              <a:solidFill>
                <a:schemeClr val="bg1"/>
              </a:solidFill>
            </a:rPr>
            <a:t>4-Traitement des objections</a:t>
          </a:r>
        </a:p>
      </dgm:t>
    </dgm:pt>
    <dgm:pt modelId="{4B261065-3A3F-4240-AE26-B8FCF2EF4B68}" type="parTrans" cxnId="{D8161896-DA09-40AE-9D75-265F659C993E}">
      <dgm:prSet/>
      <dgm:spPr/>
      <dgm:t>
        <a:bodyPr/>
        <a:lstStyle/>
        <a:p>
          <a:endParaRPr lang="fr-FR"/>
        </a:p>
      </dgm:t>
    </dgm:pt>
    <dgm:pt modelId="{59EC1294-594F-4621-AE48-A8C6A1BE6557}" type="sibTrans" cxnId="{D8161896-DA09-40AE-9D75-265F659C993E}">
      <dgm:prSet/>
      <dgm:spPr/>
      <dgm:t>
        <a:bodyPr/>
        <a:lstStyle/>
        <a:p>
          <a:endParaRPr lang="fr-FR"/>
        </a:p>
      </dgm:t>
    </dgm:pt>
    <dgm:pt modelId="{420C6BE5-9EE8-4A89-A6EC-C6B5E77575A9}">
      <dgm:prSet phldrT="[Texte]" custT="1"/>
      <dgm:spPr/>
      <dgm:t>
        <a:bodyPr/>
        <a:lstStyle/>
        <a:p>
          <a:r>
            <a:rPr lang="fr-FR" sz="2400" b="1" dirty="0">
              <a:solidFill>
                <a:schemeClr val="bg1"/>
              </a:solidFill>
            </a:rPr>
            <a:t>5-</a:t>
          </a:r>
        </a:p>
      </dgm:t>
    </dgm:pt>
    <dgm:pt modelId="{87E81735-A440-49FD-9FFF-22263D900B42}" type="parTrans" cxnId="{92919D35-02DA-4B82-AD95-A70E3A9DB944}">
      <dgm:prSet/>
      <dgm:spPr/>
      <dgm:t>
        <a:bodyPr/>
        <a:lstStyle/>
        <a:p>
          <a:endParaRPr lang="fr-FR"/>
        </a:p>
      </dgm:t>
    </dgm:pt>
    <dgm:pt modelId="{D4A75023-2065-4670-A106-330B28A61B23}" type="sibTrans" cxnId="{92919D35-02DA-4B82-AD95-A70E3A9DB944}">
      <dgm:prSet/>
      <dgm:spPr/>
      <dgm:t>
        <a:bodyPr/>
        <a:lstStyle/>
        <a:p>
          <a:endParaRPr lang="fr-FR"/>
        </a:p>
      </dgm:t>
    </dgm:pt>
    <dgm:pt modelId="{B001F492-BDBC-47B3-A791-1ACD53A41B42}" type="pres">
      <dgm:prSet presAssocID="{D66D13F8-B14F-47C9-AF0F-8AEB04AE5953}" presName="Name0" presStyleCnt="0">
        <dgm:presLayoutVars>
          <dgm:dir/>
          <dgm:animLvl val="lvl"/>
          <dgm:resizeHandles val="exact"/>
        </dgm:presLayoutVars>
      </dgm:prSet>
      <dgm:spPr/>
    </dgm:pt>
    <dgm:pt modelId="{5BD2032A-4527-420A-B5F4-7EFBB20DF676}" type="pres">
      <dgm:prSet presAssocID="{9860C970-CB29-4863-BC54-E910E74BD642}" presName="Name8" presStyleCnt="0"/>
      <dgm:spPr/>
    </dgm:pt>
    <dgm:pt modelId="{CE8D4CCA-B3CC-43CC-8CEF-54D67CC93719}" type="pres">
      <dgm:prSet presAssocID="{9860C970-CB29-4863-BC54-E910E74BD642}" presName="level" presStyleLbl="node1" presStyleIdx="0" presStyleCnt="5">
        <dgm:presLayoutVars>
          <dgm:chMax val="1"/>
          <dgm:bulletEnabled val="1"/>
        </dgm:presLayoutVars>
      </dgm:prSet>
      <dgm:spPr/>
    </dgm:pt>
    <dgm:pt modelId="{92B8BEDF-F5F1-4953-A8A3-D7FF9DA0A49A}" type="pres">
      <dgm:prSet presAssocID="{9860C970-CB29-4863-BC54-E910E74BD642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5921854-AD41-4771-B1E2-DCB837B811D5}" type="pres">
      <dgm:prSet presAssocID="{EDFBFB50-7936-4EF3-855C-4B52969FE791}" presName="Name8" presStyleCnt="0"/>
      <dgm:spPr/>
    </dgm:pt>
    <dgm:pt modelId="{71E4745F-DE8E-47D0-A03E-3DD15272C66A}" type="pres">
      <dgm:prSet presAssocID="{EDFBFB50-7936-4EF3-855C-4B52969FE791}" presName="level" presStyleLbl="node1" presStyleIdx="1" presStyleCnt="5">
        <dgm:presLayoutVars>
          <dgm:chMax val="1"/>
          <dgm:bulletEnabled val="1"/>
        </dgm:presLayoutVars>
      </dgm:prSet>
      <dgm:spPr/>
    </dgm:pt>
    <dgm:pt modelId="{3247B063-0FA7-4B25-A9B4-A754F1182DDA}" type="pres">
      <dgm:prSet presAssocID="{EDFBFB50-7936-4EF3-855C-4B52969FE79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7694DA1-2884-45BC-BC06-706F4B0656B5}" type="pres">
      <dgm:prSet presAssocID="{14F0A72A-BB00-4C9B-AA4B-D3763E563624}" presName="Name8" presStyleCnt="0"/>
      <dgm:spPr/>
    </dgm:pt>
    <dgm:pt modelId="{58E557A6-55D8-415B-9926-B772BB7AF601}" type="pres">
      <dgm:prSet presAssocID="{14F0A72A-BB00-4C9B-AA4B-D3763E563624}" presName="level" presStyleLbl="node1" presStyleIdx="2" presStyleCnt="5">
        <dgm:presLayoutVars>
          <dgm:chMax val="1"/>
          <dgm:bulletEnabled val="1"/>
        </dgm:presLayoutVars>
      </dgm:prSet>
      <dgm:spPr/>
    </dgm:pt>
    <dgm:pt modelId="{6122B99C-D12E-411B-AD46-6687DA220B30}" type="pres">
      <dgm:prSet presAssocID="{14F0A72A-BB00-4C9B-AA4B-D3763E563624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F42C49E-A88B-4AFB-80A5-DE816840F0B9}" type="pres">
      <dgm:prSet presAssocID="{678B6D5E-F2D0-4A63-B309-0AF4194AE41D}" presName="Name8" presStyleCnt="0"/>
      <dgm:spPr/>
    </dgm:pt>
    <dgm:pt modelId="{4F49EDE7-7D0E-4EA9-A599-8F88F1B3F89D}" type="pres">
      <dgm:prSet presAssocID="{678B6D5E-F2D0-4A63-B309-0AF4194AE41D}" presName="level" presStyleLbl="node1" presStyleIdx="3" presStyleCnt="5" custScaleY="133683">
        <dgm:presLayoutVars>
          <dgm:chMax val="1"/>
          <dgm:bulletEnabled val="1"/>
        </dgm:presLayoutVars>
      </dgm:prSet>
      <dgm:spPr/>
    </dgm:pt>
    <dgm:pt modelId="{BC31CF7D-EDE0-4889-B67D-9070007859C5}" type="pres">
      <dgm:prSet presAssocID="{678B6D5E-F2D0-4A63-B309-0AF4194AE41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0EB3B52-CBB6-452C-9236-8DF7348C1D70}" type="pres">
      <dgm:prSet presAssocID="{420C6BE5-9EE8-4A89-A6EC-C6B5E77575A9}" presName="Name8" presStyleCnt="0"/>
      <dgm:spPr/>
    </dgm:pt>
    <dgm:pt modelId="{1BA0019B-9CC7-401F-98D8-0B0954BED22C}" type="pres">
      <dgm:prSet presAssocID="{420C6BE5-9EE8-4A89-A6EC-C6B5E77575A9}" presName="level" presStyleLbl="node1" presStyleIdx="4" presStyleCnt="5" custLinFactNeighborX="-1023" custLinFactNeighborY="0">
        <dgm:presLayoutVars>
          <dgm:chMax val="1"/>
          <dgm:bulletEnabled val="1"/>
        </dgm:presLayoutVars>
      </dgm:prSet>
      <dgm:spPr/>
    </dgm:pt>
    <dgm:pt modelId="{EDEB7FAF-212F-442A-A358-15612869E65E}" type="pres">
      <dgm:prSet presAssocID="{420C6BE5-9EE8-4A89-A6EC-C6B5E77575A9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CD74009-69EF-43C2-B0BB-2131331614AF}" type="presOf" srcId="{9860C970-CB29-4863-BC54-E910E74BD642}" destId="{CE8D4CCA-B3CC-43CC-8CEF-54D67CC93719}" srcOrd="0" destOrd="0" presId="urn:microsoft.com/office/officeart/2005/8/layout/pyramid3"/>
    <dgm:cxn modelId="{C3F23423-558A-43FF-B268-76EE91C4CB06}" type="presOf" srcId="{420C6BE5-9EE8-4A89-A6EC-C6B5E77575A9}" destId="{EDEB7FAF-212F-442A-A358-15612869E65E}" srcOrd="1" destOrd="0" presId="urn:microsoft.com/office/officeart/2005/8/layout/pyramid3"/>
    <dgm:cxn modelId="{44C80E30-193F-4E45-A0E0-0A9ADF21FD3A}" type="presOf" srcId="{678B6D5E-F2D0-4A63-B309-0AF4194AE41D}" destId="{BC31CF7D-EDE0-4889-B67D-9070007859C5}" srcOrd="1" destOrd="0" presId="urn:microsoft.com/office/officeart/2005/8/layout/pyramid3"/>
    <dgm:cxn modelId="{92919D35-02DA-4B82-AD95-A70E3A9DB944}" srcId="{D66D13F8-B14F-47C9-AF0F-8AEB04AE5953}" destId="{420C6BE5-9EE8-4A89-A6EC-C6B5E77575A9}" srcOrd="4" destOrd="0" parTransId="{87E81735-A440-49FD-9FFF-22263D900B42}" sibTransId="{D4A75023-2065-4670-A106-330B28A61B23}"/>
    <dgm:cxn modelId="{CBBE3E62-EA3C-4A54-B206-EA3781DBF6D7}" type="presOf" srcId="{EDFBFB50-7936-4EF3-855C-4B52969FE791}" destId="{3247B063-0FA7-4B25-A9B4-A754F1182DDA}" srcOrd="1" destOrd="0" presId="urn:microsoft.com/office/officeart/2005/8/layout/pyramid3"/>
    <dgm:cxn modelId="{6595C44F-5DEE-4245-A398-E44A2B434BB6}" srcId="{D66D13F8-B14F-47C9-AF0F-8AEB04AE5953}" destId="{EDFBFB50-7936-4EF3-855C-4B52969FE791}" srcOrd="1" destOrd="0" parTransId="{BD36BB1C-2D09-49DF-AB58-0B6ECB2DCD8C}" sibTransId="{EC48AAF3-AD7F-434E-BD15-B0599572D410}"/>
    <dgm:cxn modelId="{38866551-092C-4904-B278-7C0D3A65BE8E}" type="presOf" srcId="{420C6BE5-9EE8-4A89-A6EC-C6B5E77575A9}" destId="{1BA0019B-9CC7-401F-98D8-0B0954BED22C}" srcOrd="0" destOrd="0" presId="urn:microsoft.com/office/officeart/2005/8/layout/pyramid3"/>
    <dgm:cxn modelId="{8D15BC72-FBBA-4588-86EA-0695CD76E371}" type="presOf" srcId="{D66D13F8-B14F-47C9-AF0F-8AEB04AE5953}" destId="{B001F492-BDBC-47B3-A791-1ACD53A41B42}" srcOrd="0" destOrd="0" presId="urn:microsoft.com/office/officeart/2005/8/layout/pyramid3"/>
    <dgm:cxn modelId="{6038E086-1E1B-49A9-A6BE-9E6A59895DD6}" srcId="{D66D13F8-B14F-47C9-AF0F-8AEB04AE5953}" destId="{14F0A72A-BB00-4C9B-AA4B-D3763E563624}" srcOrd="2" destOrd="0" parTransId="{B00ED9DB-139E-4ACC-8472-CB2BCD2C1680}" sibTransId="{4F1E1336-475B-4997-B4B6-1F7CBB17008A}"/>
    <dgm:cxn modelId="{11769F8F-6EE0-432A-85A9-9199641F392E}" type="presOf" srcId="{9860C970-CB29-4863-BC54-E910E74BD642}" destId="{92B8BEDF-F5F1-4953-A8A3-D7FF9DA0A49A}" srcOrd="1" destOrd="0" presId="urn:microsoft.com/office/officeart/2005/8/layout/pyramid3"/>
    <dgm:cxn modelId="{D8161896-DA09-40AE-9D75-265F659C993E}" srcId="{D66D13F8-B14F-47C9-AF0F-8AEB04AE5953}" destId="{678B6D5E-F2D0-4A63-B309-0AF4194AE41D}" srcOrd="3" destOrd="0" parTransId="{4B261065-3A3F-4240-AE26-B8FCF2EF4B68}" sibTransId="{59EC1294-594F-4621-AE48-A8C6A1BE6557}"/>
    <dgm:cxn modelId="{5E120FD9-63CB-4B86-871B-F1D088561CD9}" srcId="{D66D13F8-B14F-47C9-AF0F-8AEB04AE5953}" destId="{9860C970-CB29-4863-BC54-E910E74BD642}" srcOrd="0" destOrd="0" parTransId="{9E9C7BFD-10D4-4E1E-BC9B-BEF1279C2A04}" sibTransId="{1DC9C33F-FC2B-4B1B-8DCE-EBA98EFA354F}"/>
    <dgm:cxn modelId="{1D3478E0-2721-427C-90BA-0F4804C01FF7}" type="presOf" srcId="{EDFBFB50-7936-4EF3-855C-4B52969FE791}" destId="{71E4745F-DE8E-47D0-A03E-3DD15272C66A}" srcOrd="0" destOrd="0" presId="urn:microsoft.com/office/officeart/2005/8/layout/pyramid3"/>
    <dgm:cxn modelId="{ABCF26E5-33C1-43E3-8DAF-9FD0AF961F8C}" type="presOf" srcId="{678B6D5E-F2D0-4A63-B309-0AF4194AE41D}" destId="{4F49EDE7-7D0E-4EA9-A599-8F88F1B3F89D}" srcOrd="0" destOrd="0" presId="urn:microsoft.com/office/officeart/2005/8/layout/pyramid3"/>
    <dgm:cxn modelId="{AEDF8BE6-07B0-4D6D-83BC-4CE54485BC21}" type="presOf" srcId="{14F0A72A-BB00-4C9B-AA4B-D3763E563624}" destId="{6122B99C-D12E-411B-AD46-6687DA220B30}" srcOrd="1" destOrd="0" presId="urn:microsoft.com/office/officeart/2005/8/layout/pyramid3"/>
    <dgm:cxn modelId="{861929F7-1668-439B-864E-3AD13681C730}" type="presOf" srcId="{14F0A72A-BB00-4C9B-AA4B-D3763E563624}" destId="{58E557A6-55D8-415B-9926-B772BB7AF601}" srcOrd="0" destOrd="0" presId="urn:microsoft.com/office/officeart/2005/8/layout/pyramid3"/>
    <dgm:cxn modelId="{FA4A55AC-53A0-4E30-A54B-505BF426D45E}" type="presParOf" srcId="{B001F492-BDBC-47B3-A791-1ACD53A41B42}" destId="{5BD2032A-4527-420A-B5F4-7EFBB20DF676}" srcOrd="0" destOrd="0" presId="urn:microsoft.com/office/officeart/2005/8/layout/pyramid3"/>
    <dgm:cxn modelId="{9373EDB7-8BAB-4980-97B0-41D5CA2C2D1F}" type="presParOf" srcId="{5BD2032A-4527-420A-B5F4-7EFBB20DF676}" destId="{CE8D4CCA-B3CC-43CC-8CEF-54D67CC93719}" srcOrd="0" destOrd="0" presId="urn:microsoft.com/office/officeart/2005/8/layout/pyramid3"/>
    <dgm:cxn modelId="{BDE3E88C-4B1F-41DE-9675-721E67745C7C}" type="presParOf" srcId="{5BD2032A-4527-420A-B5F4-7EFBB20DF676}" destId="{92B8BEDF-F5F1-4953-A8A3-D7FF9DA0A49A}" srcOrd="1" destOrd="0" presId="urn:microsoft.com/office/officeart/2005/8/layout/pyramid3"/>
    <dgm:cxn modelId="{23B1B297-359A-4301-86F3-C9C8483950CA}" type="presParOf" srcId="{B001F492-BDBC-47B3-A791-1ACD53A41B42}" destId="{D5921854-AD41-4771-B1E2-DCB837B811D5}" srcOrd="1" destOrd="0" presId="urn:microsoft.com/office/officeart/2005/8/layout/pyramid3"/>
    <dgm:cxn modelId="{4164E617-34DA-4614-9444-3B0BAABF2AB3}" type="presParOf" srcId="{D5921854-AD41-4771-B1E2-DCB837B811D5}" destId="{71E4745F-DE8E-47D0-A03E-3DD15272C66A}" srcOrd="0" destOrd="0" presId="urn:microsoft.com/office/officeart/2005/8/layout/pyramid3"/>
    <dgm:cxn modelId="{AB626439-267F-4437-8125-405369E94FD0}" type="presParOf" srcId="{D5921854-AD41-4771-B1E2-DCB837B811D5}" destId="{3247B063-0FA7-4B25-A9B4-A754F1182DDA}" srcOrd="1" destOrd="0" presId="urn:microsoft.com/office/officeart/2005/8/layout/pyramid3"/>
    <dgm:cxn modelId="{4ED2C76B-BBB3-4AF0-B675-6699F443147D}" type="presParOf" srcId="{B001F492-BDBC-47B3-A791-1ACD53A41B42}" destId="{67694DA1-2884-45BC-BC06-706F4B0656B5}" srcOrd="2" destOrd="0" presId="urn:microsoft.com/office/officeart/2005/8/layout/pyramid3"/>
    <dgm:cxn modelId="{FBF074D5-14FB-462D-B391-A5024567CBE9}" type="presParOf" srcId="{67694DA1-2884-45BC-BC06-706F4B0656B5}" destId="{58E557A6-55D8-415B-9926-B772BB7AF601}" srcOrd="0" destOrd="0" presId="urn:microsoft.com/office/officeart/2005/8/layout/pyramid3"/>
    <dgm:cxn modelId="{D60E4E96-3B9A-41DE-AE82-0E839DCE11FD}" type="presParOf" srcId="{67694DA1-2884-45BC-BC06-706F4B0656B5}" destId="{6122B99C-D12E-411B-AD46-6687DA220B30}" srcOrd="1" destOrd="0" presId="urn:microsoft.com/office/officeart/2005/8/layout/pyramid3"/>
    <dgm:cxn modelId="{4ABA4F05-5DDB-4564-9B7B-1098BAD81BDB}" type="presParOf" srcId="{B001F492-BDBC-47B3-A791-1ACD53A41B42}" destId="{4F42C49E-A88B-4AFB-80A5-DE816840F0B9}" srcOrd="3" destOrd="0" presId="urn:microsoft.com/office/officeart/2005/8/layout/pyramid3"/>
    <dgm:cxn modelId="{1A24FFAB-EEEF-4F24-87AF-381326A90928}" type="presParOf" srcId="{4F42C49E-A88B-4AFB-80A5-DE816840F0B9}" destId="{4F49EDE7-7D0E-4EA9-A599-8F88F1B3F89D}" srcOrd="0" destOrd="0" presId="urn:microsoft.com/office/officeart/2005/8/layout/pyramid3"/>
    <dgm:cxn modelId="{0BBE7C24-0857-4AE9-BC84-14F9A2F29C48}" type="presParOf" srcId="{4F42C49E-A88B-4AFB-80A5-DE816840F0B9}" destId="{BC31CF7D-EDE0-4889-B67D-9070007859C5}" srcOrd="1" destOrd="0" presId="urn:microsoft.com/office/officeart/2005/8/layout/pyramid3"/>
    <dgm:cxn modelId="{B2C4085A-8521-4E87-8A03-9DC1C5DEB8CF}" type="presParOf" srcId="{B001F492-BDBC-47B3-A791-1ACD53A41B42}" destId="{F0EB3B52-CBB6-452C-9236-8DF7348C1D70}" srcOrd="4" destOrd="0" presId="urn:microsoft.com/office/officeart/2005/8/layout/pyramid3"/>
    <dgm:cxn modelId="{5BB68663-9BD7-4978-A71F-B7CD1E4C1A7B}" type="presParOf" srcId="{F0EB3B52-CBB6-452C-9236-8DF7348C1D70}" destId="{1BA0019B-9CC7-401F-98D8-0B0954BED22C}" srcOrd="0" destOrd="0" presId="urn:microsoft.com/office/officeart/2005/8/layout/pyramid3"/>
    <dgm:cxn modelId="{8B3D896F-D6F0-47E3-BFFC-8BEEE04A343F}" type="presParOf" srcId="{F0EB3B52-CBB6-452C-9236-8DF7348C1D70}" destId="{EDEB7FAF-212F-442A-A358-15612869E65E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C61F3C-3635-433B-B27B-2842861D405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691D026-C0DF-4F47-98CA-B71F0A8A11A3}">
      <dgm:prSet phldrT="[Texte]"/>
      <dgm:spPr/>
      <dgm:t>
        <a:bodyPr/>
        <a:lstStyle/>
        <a:p>
          <a:pPr algn="ctr"/>
          <a:r>
            <a:rPr lang="fr-FR" dirty="0"/>
            <a:t>Découverte 1</a:t>
          </a:r>
        </a:p>
        <a:p>
          <a:pPr algn="l"/>
          <a:r>
            <a:rPr lang="fr-FR" dirty="0"/>
            <a:t>-client</a:t>
          </a:r>
        </a:p>
        <a:p>
          <a:pPr algn="l"/>
          <a:r>
            <a:rPr lang="fr-FR" dirty="0"/>
            <a:t>-projet</a:t>
          </a:r>
        </a:p>
        <a:p>
          <a:pPr algn="l"/>
          <a:r>
            <a:rPr lang="fr-FR" dirty="0"/>
            <a:t>-motivations primaire et secondaire</a:t>
          </a:r>
        </a:p>
        <a:p>
          <a:pPr algn="l"/>
          <a:r>
            <a:rPr lang="fr-FR" dirty="0"/>
            <a:t>-investissement</a:t>
          </a:r>
        </a:p>
      </dgm:t>
    </dgm:pt>
    <dgm:pt modelId="{AECC0ABA-40AD-4613-879F-438305D698F0}" type="parTrans" cxnId="{BADB4999-B311-426E-8DD7-FC6D85F41ECE}">
      <dgm:prSet/>
      <dgm:spPr/>
      <dgm:t>
        <a:bodyPr/>
        <a:lstStyle/>
        <a:p>
          <a:endParaRPr lang="fr-FR"/>
        </a:p>
      </dgm:t>
    </dgm:pt>
    <dgm:pt modelId="{82192135-B292-41A5-8036-33FF11F136A4}" type="sibTrans" cxnId="{BADB4999-B311-426E-8DD7-FC6D85F41ECE}">
      <dgm:prSet/>
      <dgm:spPr/>
      <dgm:t>
        <a:bodyPr/>
        <a:lstStyle/>
        <a:p>
          <a:endParaRPr lang="fr-FR"/>
        </a:p>
      </dgm:t>
    </dgm:pt>
    <dgm:pt modelId="{9A77C925-6EC0-468F-94C5-0C0A227D7682}">
      <dgm:prSet phldrT="[Texte]"/>
      <dgm:spPr/>
      <dgm:t>
        <a:bodyPr/>
        <a:lstStyle/>
        <a:p>
          <a:pPr algn="ctr"/>
          <a:r>
            <a:rPr lang="fr-FR" dirty="0"/>
            <a:t>Découverte 2 </a:t>
          </a:r>
        </a:p>
        <a:p>
          <a:pPr algn="l"/>
          <a:r>
            <a:rPr lang="fr-FR" dirty="0"/>
            <a:t>-technique</a:t>
          </a:r>
        </a:p>
        <a:p>
          <a:pPr algn="l"/>
          <a:r>
            <a:rPr lang="fr-FR" dirty="0"/>
            <a:t>-coloris</a:t>
          </a:r>
        </a:p>
        <a:p>
          <a:pPr algn="l"/>
          <a:r>
            <a:rPr lang="fr-FR" dirty="0"/>
            <a:t>-matériaux</a:t>
          </a:r>
        </a:p>
        <a:p>
          <a:pPr algn="l"/>
          <a:r>
            <a:rPr lang="fr-FR" dirty="0"/>
            <a:t>-style</a:t>
          </a:r>
        </a:p>
        <a:p>
          <a:pPr algn="l"/>
          <a:r>
            <a:rPr lang="fr-FR" dirty="0"/>
            <a:t>-formes…</a:t>
          </a:r>
        </a:p>
      </dgm:t>
    </dgm:pt>
    <dgm:pt modelId="{FB1CB665-F7CF-4762-AB95-F3824CD4F732}" type="parTrans" cxnId="{87D9822D-222E-49F6-8859-CFE69862E3B3}">
      <dgm:prSet/>
      <dgm:spPr/>
      <dgm:t>
        <a:bodyPr/>
        <a:lstStyle/>
        <a:p>
          <a:endParaRPr lang="fr-FR"/>
        </a:p>
      </dgm:t>
    </dgm:pt>
    <dgm:pt modelId="{6714E975-2E26-4B70-865B-85C76E95DEEF}" type="sibTrans" cxnId="{87D9822D-222E-49F6-8859-CFE69862E3B3}">
      <dgm:prSet/>
      <dgm:spPr/>
      <dgm:t>
        <a:bodyPr/>
        <a:lstStyle/>
        <a:p>
          <a:endParaRPr lang="fr-FR"/>
        </a:p>
      </dgm:t>
    </dgm:pt>
    <dgm:pt modelId="{AE05BEF8-3CE1-48C5-B1D9-225D32C3261F}" type="pres">
      <dgm:prSet presAssocID="{CCC61F3C-3635-433B-B27B-2842861D4052}" presName="diagram" presStyleCnt="0">
        <dgm:presLayoutVars>
          <dgm:dir/>
          <dgm:resizeHandles val="exact"/>
        </dgm:presLayoutVars>
      </dgm:prSet>
      <dgm:spPr/>
    </dgm:pt>
    <dgm:pt modelId="{7C72E27E-A314-4B97-A81E-04ACD80ECEE9}" type="pres">
      <dgm:prSet presAssocID="{8691D026-C0DF-4F47-98CA-B71F0A8A11A3}" presName="node" presStyleLbl="node1" presStyleIdx="0" presStyleCnt="2" custScaleY="157764">
        <dgm:presLayoutVars>
          <dgm:bulletEnabled val="1"/>
        </dgm:presLayoutVars>
      </dgm:prSet>
      <dgm:spPr/>
    </dgm:pt>
    <dgm:pt modelId="{6B0410EE-FAA3-4470-86B3-53A4D82AD0FE}" type="pres">
      <dgm:prSet presAssocID="{82192135-B292-41A5-8036-33FF11F136A4}" presName="sibTrans" presStyleCnt="0"/>
      <dgm:spPr/>
    </dgm:pt>
    <dgm:pt modelId="{D184AA83-8B04-40E5-91FD-06E9124699DD}" type="pres">
      <dgm:prSet presAssocID="{9A77C925-6EC0-468F-94C5-0C0A227D7682}" presName="node" presStyleLbl="node1" presStyleIdx="1" presStyleCnt="2" custScaleY="154730">
        <dgm:presLayoutVars>
          <dgm:bulletEnabled val="1"/>
        </dgm:presLayoutVars>
      </dgm:prSet>
      <dgm:spPr/>
    </dgm:pt>
  </dgm:ptLst>
  <dgm:cxnLst>
    <dgm:cxn modelId="{B7C33F29-6903-4DB6-8D7E-4CD6B531F7D5}" type="presOf" srcId="{8691D026-C0DF-4F47-98CA-B71F0A8A11A3}" destId="{7C72E27E-A314-4B97-A81E-04ACD80ECEE9}" srcOrd="0" destOrd="0" presId="urn:microsoft.com/office/officeart/2005/8/layout/default"/>
    <dgm:cxn modelId="{87D9822D-222E-49F6-8859-CFE69862E3B3}" srcId="{CCC61F3C-3635-433B-B27B-2842861D4052}" destId="{9A77C925-6EC0-468F-94C5-0C0A227D7682}" srcOrd="1" destOrd="0" parTransId="{FB1CB665-F7CF-4762-AB95-F3824CD4F732}" sibTransId="{6714E975-2E26-4B70-865B-85C76E95DEEF}"/>
    <dgm:cxn modelId="{947A305B-0B1B-4E6A-ABD0-79B81FE1B666}" type="presOf" srcId="{9A77C925-6EC0-468F-94C5-0C0A227D7682}" destId="{D184AA83-8B04-40E5-91FD-06E9124699DD}" srcOrd="0" destOrd="0" presId="urn:microsoft.com/office/officeart/2005/8/layout/default"/>
    <dgm:cxn modelId="{BADB4999-B311-426E-8DD7-FC6D85F41ECE}" srcId="{CCC61F3C-3635-433B-B27B-2842861D4052}" destId="{8691D026-C0DF-4F47-98CA-B71F0A8A11A3}" srcOrd="0" destOrd="0" parTransId="{AECC0ABA-40AD-4613-879F-438305D698F0}" sibTransId="{82192135-B292-41A5-8036-33FF11F136A4}"/>
    <dgm:cxn modelId="{A64A71AA-8EEC-446E-947B-24393D7E2059}" type="presOf" srcId="{CCC61F3C-3635-433B-B27B-2842861D4052}" destId="{AE05BEF8-3CE1-48C5-B1D9-225D32C3261F}" srcOrd="0" destOrd="0" presId="urn:microsoft.com/office/officeart/2005/8/layout/default"/>
    <dgm:cxn modelId="{75904D1F-3807-4684-8F38-C4DEE600A075}" type="presParOf" srcId="{AE05BEF8-3CE1-48C5-B1D9-225D32C3261F}" destId="{7C72E27E-A314-4B97-A81E-04ACD80ECEE9}" srcOrd="0" destOrd="0" presId="urn:microsoft.com/office/officeart/2005/8/layout/default"/>
    <dgm:cxn modelId="{B606BC2F-18DB-43EF-84EC-D022931044AD}" type="presParOf" srcId="{AE05BEF8-3CE1-48C5-B1D9-225D32C3261F}" destId="{6B0410EE-FAA3-4470-86B3-53A4D82AD0FE}" srcOrd="1" destOrd="0" presId="urn:microsoft.com/office/officeart/2005/8/layout/default"/>
    <dgm:cxn modelId="{7221DA59-08F4-4826-9EFD-9A8B39552DDC}" type="presParOf" srcId="{AE05BEF8-3CE1-48C5-B1D9-225D32C3261F}" destId="{D184AA83-8B04-40E5-91FD-06E9124699D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CC61F3C-3635-433B-B27B-2842861D405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691D026-C0DF-4F47-98CA-B71F0A8A11A3}">
      <dgm:prSet phldrT="[Texte]"/>
      <dgm:spPr/>
      <dgm:t>
        <a:bodyPr/>
        <a:lstStyle/>
        <a:p>
          <a:pPr algn="ctr"/>
          <a:r>
            <a:rPr lang="fr-FR" dirty="0"/>
            <a:t>Découverte 1 </a:t>
          </a:r>
        </a:p>
        <a:p>
          <a:pPr algn="l"/>
          <a:r>
            <a:rPr lang="fr-FR" dirty="0"/>
            <a:t>–client</a:t>
          </a:r>
        </a:p>
        <a:p>
          <a:pPr algn="l"/>
          <a:r>
            <a:rPr lang="fr-FR" dirty="0"/>
            <a:t>-projet</a:t>
          </a:r>
        </a:p>
        <a:p>
          <a:pPr algn="l"/>
          <a:r>
            <a:rPr lang="fr-FR" dirty="0"/>
            <a:t>-motivations primaire et secondaire</a:t>
          </a:r>
        </a:p>
        <a:p>
          <a:pPr algn="l"/>
          <a:r>
            <a:rPr lang="fr-FR" dirty="0"/>
            <a:t>-investissement</a:t>
          </a:r>
        </a:p>
      </dgm:t>
    </dgm:pt>
    <dgm:pt modelId="{AECC0ABA-40AD-4613-879F-438305D698F0}" type="parTrans" cxnId="{BADB4999-B311-426E-8DD7-FC6D85F41ECE}">
      <dgm:prSet/>
      <dgm:spPr/>
      <dgm:t>
        <a:bodyPr/>
        <a:lstStyle/>
        <a:p>
          <a:endParaRPr lang="fr-FR"/>
        </a:p>
      </dgm:t>
    </dgm:pt>
    <dgm:pt modelId="{82192135-B292-41A5-8036-33FF11F136A4}" type="sibTrans" cxnId="{BADB4999-B311-426E-8DD7-FC6D85F41ECE}">
      <dgm:prSet/>
      <dgm:spPr/>
      <dgm:t>
        <a:bodyPr/>
        <a:lstStyle/>
        <a:p>
          <a:endParaRPr lang="fr-FR"/>
        </a:p>
      </dgm:t>
    </dgm:pt>
    <dgm:pt modelId="{9A77C925-6EC0-468F-94C5-0C0A227D7682}">
      <dgm:prSet phldrT="[Texte]"/>
      <dgm:spPr>
        <a:solidFill>
          <a:schemeClr val="bg1"/>
        </a:solidFill>
        <a:ln w="12700">
          <a:solidFill>
            <a:srgbClr val="E95D0F"/>
          </a:solidFill>
        </a:ln>
      </dgm:spPr>
      <dgm:t>
        <a:bodyPr/>
        <a:lstStyle/>
        <a:p>
          <a:pPr algn="ctr"/>
          <a:r>
            <a:rPr lang="fr-FR" dirty="0">
              <a:solidFill>
                <a:srgbClr val="E95D0F"/>
              </a:solidFill>
            </a:rPr>
            <a:t>Libérez votre esprit des questions et solutions techniques</a:t>
          </a:r>
        </a:p>
      </dgm:t>
    </dgm:pt>
    <dgm:pt modelId="{FB1CB665-F7CF-4762-AB95-F3824CD4F732}" type="parTrans" cxnId="{87D9822D-222E-49F6-8859-CFE69862E3B3}">
      <dgm:prSet/>
      <dgm:spPr/>
      <dgm:t>
        <a:bodyPr/>
        <a:lstStyle/>
        <a:p>
          <a:endParaRPr lang="fr-FR"/>
        </a:p>
      </dgm:t>
    </dgm:pt>
    <dgm:pt modelId="{6714E975-2E26-4B70-865B-85C76E95DEEF}" type="sibTrans" cxnId="{87D9822D-222E-49F6-8859-CFE69862E3B3}">
      <dgm:prSet/>
      <dgm:spPr/>
      <dgm:t>
        <a:bodyPr/>
        <a:lstStyle/>
        <a:p>
          <a:endParaRPr lang="fr-FR"/>
        </a:p>
      </dgm:t>
    </dgm:pt>
    <dgm:pt modelId="{AE05BEF8-3CE1-48C5-B1D9-225D32C3261F}" type="pres">
      <dgm:prSet presAssocID="{CCC61F3C-3635-433B-B27B-2842861D4052}" presName="diagram" presStyleCnt="0">
        <dgm:presLayoutVars>
          <dgm:dir/>
          <dgm:resizeHandles val="exact"/>
        </dgm:presLayoutVars>
      </dgm:prSet>
      <dgm:spPr/>
    </dgm:pt>
    <dgm:pt modelId="{7C72E27E-A314-4B97-A81E-04ACD80ECEE9}" type="pres">
      <dgm:prSet presAssocID="{8691D026-C0DF-4F47-98CA-B71F0A8A11A3}" presName="node" presStyleLbl="node1" presStyleIdx="0" presStyleCnt="2" custScaleY="157764">
        <dgm:presLayoutVars>
          <dgm:bulletEnabled val="1"/>
        </dgm:presLayoutVars>
      </dgm:prSet>
      <dgm:spPr/>
    </dgm:pt>
    <dgm:pt modelId="{6B0410EE-FAA3-4470-86B3-53A4D82AD0FE}" type="pres">
      <dgm:prSet presAssocID="{82192135-B292-41A5-8036-33FF11F136A4}" presName="sibTrans" presStyleCnt="0"/>
      <dgm:spPr/>
    </dgm:pt>
    <dgm:pt modelId="{D184AA83-8B04-40E5-91FD-06E9124699DD}" type="pres">
      <dgm:prSet presAssocID="{9A77C925-6EC0-468F-94C5-0C0A227D7682}" presName="node" presStyleLbl="node1" presStyleIdx="1" presStyleCnt="2" custScaleY="154730" custLinFactNeighborX="26" custLinFactNeighborY="643">
        <dgm:presLayoutVars>
          <dgm:bulletEnabled val="1"/>
        </dgm:presLayoutVars>
      </dgm:prSet>
      <dgm:spPr/>
    </dgm:pt>
  </dgm:ptLst>
  <dgm:cxnLst>
    <dgm:cxn modelId="{B7C33F29-6903-4DB6-8D7E-4CD6B531F7D5}" type="presOf" srcId="{8691D026-C0DF-4F47-98CA-B71F0A8A11A3}" destId="{7C72E27E-A314-4B97-A81E-04ACD80ECEE9}" srcOrd="0" destOrd="0" presId="urn:microsoft.com/office/officeart/2005/8/layout/default"/>
    <dgm:cxn modelId="{87D9822D-222E-49F6-8859-CFE69862E3B3}" srcId="{CCC61F3C-3635-433B-B27B-2842861D4052}" destId="{9A77C925-6EC0-468F-94C5-0C0A227D7682}" srcOrd="1" destOrd="0" parTransId="{FB1CB665-F7CF-4762-AB95-F3824CD4F732}" sibTransId="{6714E975-2E26-4B70-865B-85C76E95DEEF}"/>
    <dgm:cxn modelId="{947A305B-0B1B-4E6A-ABD0-79B81FE1B666}" type="presOf" srcId="{9A77C925-6EC0-468F-94C5-0C0A227D7682}" destId="{D184AA83-8B04-40E5-91FD-06E9124699DD}" srcOrd="0" destOrd="0" presId="urn:microsoft.com/office/officeart/2005/8/layout/default"/>
    <dgm:cxn modelId="{BADB4999-B311-426E-8DD7-FC6D85F41ECE}" srcId="{CCC61F3C-3635-433B-B27B-2842861D4052}" destId="{8691D026-C0DF-4F47-98CA-B71F0A8A11A3}" srcOrd="0" destOrd="0" parTransId="{AECC0ABA-40AD-4613-879F-438305D698F0}" sibTransId="{82192135-B292-41A5-8036-33FF11F136A4}"/>
    <dgm:cxn modelId="{A64A71AA-8EEC-446E-947B-24393D7E2059}" type="presOf" srcId="{CCC61F3C-3635-433B-B27B-2842861D4052}" destId="{AE05BEF8-3CE1-48C5-B1D9-225D32C3261F}" srcOrd="0" destOrd="0" presId="urn:microsoft.com/office/officeart/2005/8/layout/default"/>
    <dgm:cxn modelId="{75904D1F-3807-4684-8F38-C4DEE600A075}" type="presParOf" srcId="{AE05BEF8-3CE1-48C5-B1D9-225D32C3261F}" destId="{7C72E27E-A314-4B97-A81E-04ACD80ECEE9}" srcOrd="0" destOrd="0" presId="urn:microsoft.com/office/officeart/2005/8/layout/default"/>
    <dgm:cxn modelId="{B606BC2F-18DB-43EF-84EC-D022931044AD}" type="presParOf" srcId="{AE05BEF8-3CE1-48C5-B1D9-225D32C3261F}" destId="{6B0410EE-FAA3-4470-86B3-53A4D82AD0FE}" srcOrd="1" destOrd="0" presId="urn:microsoft.com/office/officeart/2005/8/layout/default"/>
    <dgm:cxn modelId="{7221DA59-08F4-4826-9EFD-9A8B39552DDC}" type="presParOf" srcId="{AE05BEF8-3CE1-48C5-B1D9-225D32C3261F}" destId="{D184AA83-8B04-40E5-91FD-06E9124699D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C61F3C-3635-433B-B27B-2842861D405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8691D026-C0DF-4F47-98CA-B71F0A8A11A3}">
      <dgm:prSet phldrT="[Texte]"/>
      <dgm:spPr>
        <a:solidFill>
          <a:schemeClr val="bg1"/>
        </a:solidFill>
        <a:ln>
          <a:solidFill>
            <a:srgbClr val="E95D0F"/>
          </a:solidFill>
        </a:ln>
      </dgm:spPr>
      <dgm:t>
        <a:bodyPr/>
        <a:lstStyle/>
        <a:p>
          <a:pPr algn="ctr"/>
          <a:endParaRPr lang="fr-FR" dirty="0">
            <a:solidFill>
              <a:srgbClr val="E95D0F"/>
            </a:solidFill>
          </a:endParaRPr>
        </a:p>
        <a:p>
          <a:pPr algn="l"/>
          <a:r>
            <a:rPr lang="fr-FR" dirty="0">
              <a:solidFill>
                <a:srgbClr val="E95D0F"/>
              </a:solidFill>
            </a:rPr>
            <a:t>–reformulez les attentes du client et proposez des solutions techniques en fonction</a:t>
          </a:r>
        </a:p>
        <a:p>
          <a:pPr algn="l"/>
          <a:r>
            <a:rPr lang="fr-FR" dirty="0">
              <a:solidFill>
                <a:srgbClr val="E95D0F"/>
              </a:solidFill>
            </a:rPr>
            <a:t>-verrouillez chaque proposition avec le client</a:t>
          </a:r>
        </a:p>
      </dgm:t>
    </dgm:pt>
    <dgm:pt modelId="{AECC0ABA-40AD-4613-879F-438305D698F0}" type="parTrans" cxnId="{BADB4999-B311-426E-8DD7-FC6D85F41ECE}">
      <dgm:prSet/>
      <dgm:spPr/>
      <dgm:t>
        <a:bodyPr/>
        <a:lstStyle/>
        <a:p>
          <a:endParaRPr lang="fr-FR"/>
        </a:p>
      </dgm:t>
    </dgm:pt>
    <dgm:pt modelId="{82192135-B292-41A5-8036-33FF11F136A4}" type="sibTrans" cxnId="{BADB4999-B311-426E-8DD7-FC6D85F41ECE}">
      <dgm:prSet/>
      <dgm:spPr/>
      <dgm:t>
        <a:bodyPr/>
        <a:lstStyle/>
        <a:p>
          <a:endParaRPr lang="fr-FR"/>
        </a:p>
      </dgm:t>
    </dgm:pt>
    <dgm:pt modelId="{9A77C925-6EC0-468F-94C5-0C0A227D7682}">
      <dgm:prSet phldrT="[Texte]"/>
      <dgm:spPr/>
      <dgm:t>
        <a:bodyPr/>
        <a:lstStyle/>
        <a:p>
          <a:pPr algn="ctr"/>
          <a:r>
            <a:rPr lang="fr-FR" dirty="0"/>
            <a:t>Découverte 2 </a:t>
          </a:r>
        </a:p>
        <a:p>
          <a:pPr algn="l"/>
          <a:r>
            <a:rPr lang="fr-FR" dirty="0"/>
            <a:t>-technique</a:t>
          </a:r>
        </a:p>
        <a:p>
          <a:pPr algn="l"/>
          <a:r>
            <a:rPr lang="fr-FR" dirty="0"/>
            <a:t>-coloris</a:t>
          </a:r>
        </a:p>
        <a:p>
          <a:pPr algn="l"/>
          <a:r>
            <a:rPr lang="fr-FR" dirty="0"/>
            <a:t>-matériaux</a:t>
          </a:r>
        </a:p>
        <a:p>
          <a:pPr algn="l"/>
          <a:r>
            <a:rPr lang="fr-FR" dirty="0"/>
            <a:t>-style</a:t>
          </a:r>
        </a:p>
        <a:p>
          <a:pPr algn="l"/>
          <a:r>
            <a:rPr lang="fr-FR" dirty="0"/>
            <a:t>-formes…</a:t>
          </a:r>
        </a:p>
      </dgm:t>
    </dgm:pt>
    <dgm:pt modelId="{FB1CB665-F7CF-4762-AB95-F3824CD4F732}" type="parTrans" cxnId="{87D9822D-222E-49F6-8859-CFE69862E3B3}">
      <dgm:prSet/>
      <dgm:spPr/>
      <dgm:t>
        <a:bodyPr/>
        <a:lstStyle/>
        <a:p>
          <a:endParaRPr lang="fr-FR"/>
        </a:p>
      </dgm:t>
    </dgm:pt>
    <dgm:pt modelId="{6714E975-2E26-4B70-865B-85C76E95DEEF}" type="sibTrans" cxnId="{87D9822D-222E-49F6-8859-CFE69862E3B3}">
      <dgm:prSet/>
      <dgm:spPr/>
      <dgm:t>
        <a:bodyPr/>
        <a:lstStyle/>
        <a:p>
          <a:endParaRPr lang="fr-FR"/>
        </a:p>
      </dgm:t>
    </dgm:pt>
    <dgm:pt modelId="{AE05BEF8-3CE1-48C5-B1D9-225D32C3261F}" type="pres">
      <dgm:prSet presAssocID="{CCC61F3C-3635-433B-B27B-2842861D4052}" presName="diagram" presStyleCnt="0">
        <dgm:presLayoutVars>
          <dgm:dir/>
          <dgm:resizeHandles val="exact"/>
        </dgm:presLayoutVars>
      </dgm:prSet>
      <dgm:spPr/>
    </dgm:pt>
    <dgm:pt modelId="{7C72E27E-A314-4B97-A81E-04ACD80ECEE9}" type="pres">
      <dgm:prSet presAssocID="{8691D026-C0DF-4F47-98CA-B71F0A8A11A3}" presName="node" presStyleLbl="node1" presStyleIdx="0" presStyleCnt="2" custScaleY="157764">
        <dgm:presLayoutVars>
          <dgm:bulletEnabled val="1"/>
        </dgm:presLayoutVars>
      </dgm:prSet>
      <dgm:spPr/>
    </dgm:pt>
    <dgm:pt modelId="{6B0410EE-FAA3-4470-86B3-53A4D82AD0FE}" type="pres">
      <dgm:prSet presAssocID="{82192135-B292-41A5-8036-33FF11F136A4}" presName="sibTrans" presStyleCnt="0"/>
      <dgm:spPr/>
    </dgm:pt>
    <dgm:pt modelId="{D184AA83-8B04-40E5-91FD-06E9124699DD}" type="pres">
      <dgm:prSet presAssocID="{9A77C925-6EC0-468F-94C5-0C0A227D7682}" presName="node" presStyleLbl="node1" presStyleIdx="1" presStyleCnt="2" custScaleY="154730">
        <dgm:presLayoutVars>
          <dgm:bulletEnabled val="1"/>
        </dgm:presLayoutVars>
      </dgm:prSet>
      <dgm:spPr/>
    </dgm:pt>
  </dgm:ptLst>
  <dgm:cxnLst>
    <dgm:cxn modelId="{B7C33F29-6903-4DB6-8D7E-4CD6B531F7D5}" type="presOf" srcId="{8691D026-C0DF-4F47-98CA-B71F0A8A11A3}" destId="{7C72E27E-A314-4B97-A81E-04ACD80ECEE9}" srcOrd="0" destOrd="0" presId="urn:microsoft.com/office/officeart/2005/8/layout/default"/>
    <dgm:cxn modelId="{87D9822D-222E-49F6-8859-CFE69862E3B3}" srcId="{CCC61F3C-3635-433B-B27B-2842861D4052}" destId="{9A77C925-6EC0-468F-94C5-0C0A227D7682}" srcOrd="1" destOrd="0" parTransId="{FB1CB665-F7CF-4762-AB95-F3824CD4F732}" sibTransId="{6714E975-2E26-4B70-865B-85C76E95DEEF}"/>
    <dgm:cxn modelId="{947A305B-0B1B-4E6A-ABD0-79B81FE1B666}" type="presOf" srcId="{9A77C925-6EC0-468F-94C5-0C0A227D7682}" destId="{D184AA83-8B04-40E5-91FD-06E9124699DD}" srcOrd="0" destOrd="0" presId="urn:microsoft.com/office/officeart/2005/8/layout/default"/>
    <dgm:cxn modelId="{BADB4999-B311-426E-8DD7-FC6D85F41ECE}" srcId="{CCC61F3C-3635-433B-B27B-2842861D4052}" destId="{8691D026-C0DF-4F47-98CA-B71F0A8A11A3}" srcOrd="0" destOrd="0" parTransId="{AECC0ABA-40AD-4613-879F-438305D698F0}" sibTransId="{82192135-B292-41A5-8036-33FF11F136A4}"/>
    <dgm:cxn modelId="{A64A71AA-8EEC-446E-947B-24393D7E2059}" type="presOf" srcId="{CCC61F3C-3635-433B-B27B-2842861D4052}" destId="{AE05BEF8-3CE1-48C5-B1D9-225D32C3261F}" srcOrd="0" destOrd="0" presId="urn:microsoft.com/office/officeart/2005/8/layout/default"/>
    <dgm:cxn modelId="{75904D1F-3807-4684-8F38-C4DEE600A075}" type="presParOf" srcId="{AE05BEF8-3CE1-48C5-B1D9-225D32C3261F}" destId="{7C72E27E-A314-4B97-A81E-04ACD80ECEE9}" srcOrd="0" destOrd="0" presId="urn:microsoft.com/office/officeart/2005/8/layout/default"/>
    <dgm:cxn modelId="{B606BC2F-18DB-43EF-84EC-D022931044AD}" type="presParOf" srcId="{AE05BEF8-3CE1-48C5-B1D9-225D32C3261F}" destId="{6B0410EE-FAA3-4470-86B3-53A4D82AD0FE}" srcOrd="1" destOrd="0" presId="urn:microsoft.com/office/officeart/2005/8/layout/default"/>
    <dgm:cxn modelId="{7221DA59-08F4-4826-9EFD-9A8B39552DDC}" type="presParOf" srcId="{AE05BEF8-3CE1-48C5-B1D9-225D32C3261F}" destId="{D184AA83-8B04-40E5-91FD-06E9124699DD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8D4CCA-B3CC-43CC-8CEF-54D67CC93719}">
      <dsp:nvSpPr>
        <dsp:cNvPr id="0" name=""/>
        <dsp:cNvSpPr/>
      </dsp:nvSpPr>
      <dsp:spPr>
        <a:xfrm rot="10800000">
          <a:off x="0" y="0"/>
          <a:ext cx="7151366" cy="905269"/>
        </a:xfrm>
        <a:prstGeom prst="trapezoid">
          <a:avLst>
            <a:gd name="adj" fmla="val 7401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bg1"/>
              </a:solidFill>
            </a:rPr>
            <a:t>1-Prise de contact</a:t>
          </a:r>
        </a:p>
      </dsp:txBody>
      <dsp:txXfrm rot="-10800000">
        <a:off x="1251489" y="0"/>
        <a:ext cx="4648388" cy="905269"/>
      </dsp:txXfrm>
    </dsp:sp>
    <dsp:sp modelId="{71E4745F-DE8E-47D0-A03E-3DD15272C66A}">
      <dsp:nvSpPr>
        <dsp:cNvPr id="0" name=""/>
        <dsp:cNvSpPr/>
      </dsp:nvSpPr>
      <dsp:spPr>
        <a:xfrm rot="10800000">
          <a:off x="670001" y="905269"/>
          <a:ext cx="5811364" cy="905269"/>
        </a:xfrm>
        <a:prstGeom prst="trapezoid">
          <a:avLst>
            <a:gd name="adj" fmla="val 7401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bg1"/>
              </a:solidFill>
            </a:rPr>
            <a:t>2-Découverte</a:t>
          </a:r>
        </a:p>
      </dsp:txBody>
      <dsp:txXfrm rot="-10800000">
        <a:off x="1686990" y="905269"/>
        <a:ext cx="3777386" cy="905269"/>
      </dsp:txXfrm>
    </dsp:sp>
    <dsp:sp modelId="{58E557A6-55D8-415B-9926-B772BB7AF601}">
      <dsp:nvSpPr>
        <dsp:cNvPr id="0" name=""/>
        <dsp:cNvSpPr/>
      </dsp:nvSpPr>
      <dsp:spPr>
        <a:xfrm rot="10800000">
          <a:off x="1340002" y="1810539"/>
          <a:ext cx="4471361" cy="905269"/>
        </a:xfrm>
        <a:prstGeom prst="trapezoid">
          <a:avLst>
            <a:gd name="adj" fmla="val 7401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bg1"/>
              </a:solidFill>
            </a:rPr>
            <a:t>3-Argumentation</a:t>
          </a:r>
        </a:p>
      </dsp:txBody>
      <dsp:txXfrm rot="-10800000">
        <a:off x="2122491" y="1810539"/>
        <a:ext cx="2906384" cy="905269"/>
      </dsp:txXfrm>
    </dsp:sp>
    <dsp:sp modelId="{4F49EDE7-7D0E-4EA9-A599-8F88F1B3F89D}">
      <dsp:nvSpPr>
        <dsp:cNvPr id="0" name=""/>
        <dsp:cNvSpPr/>
      </dsp:nvSpPr>
      <dsp:spPr>
        <a:xfrm rot="10800000">
          <a:off x="2010004" y="2715809"/>
          <a:ext cx="3131358" cy="1210192"/>
        </a:xfrm>
        <a:prstGeom prst="trapezoid">
          <a:avLst>
            <a:gd name="adj" fmla="val 7401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bg1"/>
              </a:solidFill>
            </a:rPr>
            <a:t>4-Traitement des objections</a:t>
          </a:r>
        </a:p>
      </dsp:txBody>
      <dsp:txXfrm rot="-10800000">
        <a:off x="2557991" y="2715809"/>
        <a:ext cx="2035383" cy="1210192"/>
      </dsp:txXfrm>
    </dsp:sp>
    <dsp:sp modelId="{1BA0019B-9CC7-401F-98D8-0B0954BED22C}">
      <dsp:nvSpPr>
        <dsp:cNvPr id="0" name=""/>
        <dsp:cNvSpPr/>
      </dsp:nvSpPr>
      <dsp:spPr>
        <a:xfrm rot="10800000">
          <a:off x="2891973" y="3926002"/>
          <a:ext cx="1340002" cy="905269"/>
        </a:xfrm>
        <a:prstGeom prst="trapezoid">
          <a:avLst>
            <a:gd name="adj" fmla="val 74011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 dirty="0">
              <a:solidFill>
                <a:schemeClr val="bg1"/>
              </a:solidFill>
            </a:rPr>
            <a:t>5-</a:t>
          </a:r>
        </a:p>
      </dsp:txBody>
      <dsp:txXfrm rot="-10800000">
        <a:off x="2891973" y="3926002"/>
        <a:ext cx="1340002" cy="90526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2E27E-A314-4B97-A81E-04ACD80ECEE9}">
      <dsp:nvSpPr>
        <dsp:cNvPr id="0" name=""/>
        <dsp:cNvSpPr/>
      </dsp:nvSpPr>
      <dsp:spPr>
        <a:xfrm>
          <a:off x="971" y="621580"/>
          <a:ext cx="3790589" cy="358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Découverte 1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-client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-projet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-motivations primaire et secondaire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-investissement</a:t>
          </a:r>
        </a:p>
      </dsp:txBody>
      <dsp:txXfrm>
        <a:off x="971" y="621580"/>
        <a:ext cx="3790589" cy="3588110"/>
      </dsp:txXfrm>
    </dsp:sp>
    <dsp:sp modelId="{D184AA83-8B04-40E5-91FD-06E9124699DD}">
      <dsp:nvSpPr>
        <dsp:cNvPr id="0" name=""/>
        <dsp:cNvSpPr/>
      </dsp:nvSpPr>
      <dsp:spPr>
        <a:xfrm>
          <a:off x="4170619" y="656082"/>
          <a:ext cx="3790589" cy="3519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Découverte 2 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-technique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-coloris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-matériaux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-style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-formes…</a:t>
          </a:r>
        </a:p>
      </dsp:txBody>
      <dsp:txXfrm>
        <a:off x="4170619" y="656082"/>
        <a:ext cx="3790589" cy="35191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2E27E-A314-4B97-A81E-04ACD80ECEE9}">
      <dsp:nvSpPr>
        <dsp:cNvPr id="0" name=""/>
        <dsp:cNvSpPr/>
      </dsp:nvSpPr>
      <dsp:spPr>
        <a:xfrm>
          <a:off x="971" y="621580"/>
          <a:ext cx="3790589" cy="358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Découverte 1 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–client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-projet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-motivations primaire et secondaire</a:t>
          </a:r>
        </a:p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/>
            <a:t>-investissement</a:t>
          </a:r>
        </a:p>
      </dsp:txBody>
      <dsp:txXfrm>
        <a:off x="971" y="621580"/>
        <a:ext cx="3790589" cy="3588110"/>
      </dsp:txXfrm>
    </dsp:sp>
    <dsp:sp modelId="{D184AA83-8B04-40E5-91FD-06E9124699DD}">
      <dsp:nvSpPr>
        <dsp:cNvPr id="0" name=""/>
        <dsp:cNvSpPr/>
      </dsp:nvSpPr>
      <dsp:spPr>
        <a:xfrm>
          <a:off x="4171591" y="670706"/>
          <a:ext cx="3790589" cy="3519107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E95D0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000" kern="1200" dirty="0">
              <a:solidFill>
                <a:srgbClr val="E95D0F"/>
              </a:solidFill>
            </a:rPr>
            <a:t>Libérez votre esprit des questions et solutions techniques</a:t>
          </a:r>
        </a:p>
      </dsp:txBody>
      <dsp:txXfrm>
        <a:off x="4171591" y="670706"/>
        <a:ext cx="3790589" cy="35191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2E27E-A314-4B97-A81E-04ACD80ECEE9}">
      <dsp:nvSpPr>
        <dsp:cNvPr id="0" name=""/>
        <dsp:cNvSpPr/>
      </dsp:nvSpPr>
      <dsp:spPr>
        <a:xfrm>
          <a:off x="971" y="621580"/>
          <a:ext cx="3790589" cy="3588110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E95D0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700" kern="1200" dirty="0">
            <a:solidFill>
              <a:srgbClr val="E95D0F"/>
            </a:solidFill>
          </a:endParaRP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>
              <a:solidFill>
                <a:srgbClr val="E95D0F"/>
              </a:solidFill>
            </a:rPr>
            <a:t>–reformulez les attentes du client et proposez des solutions techniques en fonction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>
              <a:solidFill>
                <a:srgbClr val="E95D0F"/>
              </a:solidFill>
            </a:rPr>
            <a:t>-verrouillez chaque proposition avec le client</a:t>
          </a:r>
        </a:p>
      </dsp:txBody>
      <dsp:txXfrm>
        <a:off x="971" y="621580"/>
        <a:ext cx="3790589" cy="3588110"/>
      </dsp:txXfrm>
    </dsp:sp>
    <dsp:sp modelId="{D184AA83-8B04-40E5-91FD-06E9124699DD}">
      <dsp:nvSpPr>
        <dsp:cNvPr id="0" name=""/>
        <dsp:cNvSpPr/>
      </dsp:nvSpPr>
      <dsp:spPr>
        <a:xfrm>
          <a:off x="4170619" y="656082"/>
          <a:ext cx="3790589" cy="35191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Découverte 2 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-technique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-coloris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-matériaux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-style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 dirty="0"/>
            <a:t>-formes…</a:t>
          </a:r>
        </a:p>
      </dsp:txBody>
      <dsp:txXfrm>
        <a:off x="4170619" y="656082"/>
        <a:ext cx="3790589" cy="3519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92018837-64B5-4E20-83A5-89B993C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9C2A4FB-A56B-4413-A08B-0E9894B98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BF18C0A-701F-4CE6-A7F9-81B5E25BD18F}" type="datetime1">
              <a:rPr lang="fr-FR" smtClean="0"/>
              <a:t>11/01/2024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3977F36-950D-4655-BC4A-F80BE1DBF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r>
              <a:rPr lang="fr-FR"/>
              <a:t>NJM Conseil- www.njm-conseil.fr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6C246FD-229D-4B04-9855-212AD8D78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A8A28B-0568-4092-BB1A-13C9B073E3A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525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94999C6-215D-4782-934D-6E91C64045AB}" type="datetime1">
              <a:rPr lang="fr-FR" noProof="0" smtClean="0"/>
              <a:t>11/01/2024</a:t>
            </a:fld>
            <a:endParaRPr lang="fr-FR" noProof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r>
              <a:rPr lang="fr-FR" noProof="0"/>
              <a:t>NJM Conseil- www.njm-conseil.fr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CFA0038-7055-434C-B6C4-B8C69565C600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39086414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77EE53-5C5F-4502-87AF-2BF574F895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r>
              <a:rPr lang="fr-FR" noProof="0"/>
              <a:t>NJM Conseil- www.njm-conseil.fr</a:t>
            </a:r>
          </a:p>
        </p:txBody>
      </p:sp>
    </p:spTree>
    <p:extLst>
      <p:ext uri="{BB962C8B-B14F-4D97-AF65-F5344CB8AC3E}">
        <p14:creationId xmlns:p14="http://schemas.microsoft.com/office/powerpoint/2010/main" val="3249664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fr-FR" smtClean="0"/>
              <a:t>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FF5F49-9FE6-4147-BFA4-9A8194AFFB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r>
              <a:rPr lang="fr-FR" noProof="0"/>
              <a:t>NJM Conseil- www.njm-conseil.fr</a:t>
            </a:r>
          </a:p>
        </p:txBody>
      </p:sp>
    </p:spTree>
    <p:extLst>
      <p:ext uri="{BB962C8B-B14F-4D97-AF65-F5344CB8AC3E}">
        <p14:creationId xmlns:p14="http://schemas.microsoft.com/office/powerpoint/2010/main" val="782205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fr-FR" smtClean="0"/>
              <a:t>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4AF7EC-6044-492A-8502-8021D2A717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r>
              <a:rPr lang="fr-FR" noProof="0"/>
              <a:t>NJM Conseil- www.njm-conseil.fr</a:t>
            </a:r>
          </a:p>
        </p:txBody>
      </p:sp>
    </p:spTree>
    <p:extLst>
      <p:ext uri="{BB962C8B-B14F-4D97-AF65-F5344CB8AC3E}">
        <p14:creationId xmlns:p14="http://schemas.microsoft.com/office/powerpoint/2010/main" val="1699044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fr-FR" smtClean="0"/>
              <a:t>16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4AF7EC-6044-492A-8502-8021D2A717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r>
              <a:rPr lang="fr-FR" noProof="0"/>
              <a:t>NJM Conseil- www.njm-conseil.fr</a:t>
            </a:r>
          </a:p>
        </p:txBody>
      </p:sp>
    </p:spTree>
    <p:extLst>
      <p:ext uri="{BB962C8B-B14F-4D97-AF65-F5344CB8AC3E}">
        <p14:creationId xmlns:p14="http://schemas.microsoft.com/office/powerpoint/2010/main" val="2824243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Physiologie: organes et tissus; Expérience subjective: manière intime de ressentir et vivre l’émotion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r>
              <a:rPr lang="fr-FR" noProof="0"/>
              <a:t>NJM Conseil- www.njm-conseil.fr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CFA0038-7055-434C-B6C4-B8C69565C600}" type="slidenum">
              <a:rPr lang="fr-FR" noProof="0" smtClean="0"/>
              <a:t>17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63394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fr-FR" smtClean="0"/>
              <a:t>18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4AF7EC-6044-492A-8502-8021D2A717D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r>
              <a:rPr lang="fr-FR" noProof="0"/>
              <a:t>NJM Conseil- www.njm-conseil.fr</a:t>
            </a:r>
          </a:p>
        </p:txBody>
      </p:sp>
    </p:spTree>
    <p:extLst>
      <p:ext uri="{BB962C8B-B14F-4D97-AF65-F5344CB8AC3E}">
        <p14:creationId xmlns:p14="http://schemas.microsoft.com/office/powerpoint/2010/main" val="2592800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CFA0038-7055-434C-B6C4-B8C69565C600}" type="slidenum">
              <a:rPr lang="fr-FR" smtClean="0"/>
              <a:t>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48B4C1-DFAA-49BB-8880-EBDED05858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rtl="0"/>
            <a:r>
              <a:rPr lang="fr-FR" noProof="0"/>
              <a:t>NJM Conseil- www.njm-conseil.fr</a:t>
            </a:r>
          </a:p>
        </p:txBody>
      </p:sp>
    </p:spTree>
    <p:extLst>
      <p:ext uri="{BB962C8B-B14F-4D97-AF65-F5344CB8AC3E}">
        <p14:creationId xmlns:p14="http://schemas.microsoft.com/office/powerpoint/2010/main" val="525550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1" y="1539434"/>
            <a:ext cx="6649655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"/>
            <a:ext cx="9143996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002421"/>
            <a:ext cx="5439379" cy="891250"/>
          </a:xfrm>
        </p:spPr>
        <p:txBody>
          <a:bodyPr rtlCol="0" anchor="t">
            <a:noAutofit/>
          </a:bodyPr>
          <a:lstStyle>
            <a:lvl1pPr>
              <a:defRPr sz="375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3703093"/>
            <a:ext cx="5439378" cy="338549"/>
          </a:xfrm>
        </p:spPr>
        <p:txBody>
          <a:bodyPr rtlCol="0">
            <a:normAutofit/>
          </a:bodyPr>
          <a:lstStyle>
            <a:lvl1pPr marL="0" indent="0">
              <a:buNone/>
              <a:defRPr sz="1200" spc="225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LE SOUS-TITRE SE PLACE ICI</a:t>
            </a:r>
          </a:p>
        </p:txBody>
      </p:sp>
      <p:sp>
        <p:nvSpPr>
          <p:cNvPr id="5" name="Form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820802" y="2706094"/>
            <a:ext cx="1" cy="1641604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139946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6649655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"/>
            <a:ext cx="9143996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002421"/>
            <a:ext cx="5439379" cy="891250"/>
          </a:xfrm>
        </p:spPr>
        <p:txBody>
          <a:bodyPr rtlCol="0" anchor="t">
            <a:noAutofit/>
          </a:bodyPr>
          <a:lstStyle>
            <a:lvl1pPr>
              <a:defRPr sz="375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MERCI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3090445"/>
            <a:ext cx="5439378" cy="338549"/>
          </a:xfrm>
        </p:spPr>
        <p:txBody>
          <a:bodyPr rtlCol="0">
            <a:normAutofit/>
          </a:bodyPr>
          <a:lstStyle>
            <a:lvl1pPr marL="0" indent="0">
              <a:buNone/>
              <a:defRPr sz="1200" spc="225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WWW.WEBSITENAME.COM</a:t>
            </a:r>
          </a:p>
        </p:txBody>
      </p:sp>
      <p:sp>
        <p:nvSpPr>
          <p:cNvPr id="5" name="Form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820802" y="2093446"/>
            <a:ext cx="1" cy="1641604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3091658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 avec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1" y="1539434"/>
            <a:ext cx="6649655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"/>
            <a:ext cx="9143996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002421"/>
            <a:ext cx="5439379" cy="891250"/>
          </a:xfrm>
        </p:spPr>
        <p:txBody>
          <a:bodyPr rtlCol="0" anchor="t">
            <a:noAutofit/>
          </a:bodyPr>
          <a:lstStyle>
            <a:lvl1pPr>
              <a:defRPr sz="375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3090445"/>
            <a:ext cx="5439378" cy="338549"/>
          </a:xfrm>
        </p:spPr>
        <p:txBody>
          <a:bodyPr rtlCol="0">
            <a:normAutofit/>
          </a:bodyPr>
          <a:lstStyle>
            <a:lvl1pPr marL="0" indent="0">
              <a:buNone/>
              <a:defRPr sz="1200" spc="225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LE SOUS-TITRE SE PLACE ICI</a:t>
            </a:r>
          </a:p>
        </p:txBody>
      </p:sp>
      <p:sp>
        <p:nvSpPr>
          <p:cNvPr id="5" name="Form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820802" y="2093446"/>
            <a:ext cx="1" cy="1641604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1558850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 avec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78736"/>
            <a:ext cx="5439379" cy="891250"/>
          </a:xfrm>
        </p:spPr>
        <p:txBody>
          <a:bodyPr rtlCol="0" anchor="t">
            <a:noAutofit/>
          </a:bodyPr>
          <a:lstStyle>
            <a:lvl1pPr>
              <a:defRPr sz="375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1666759"/>
            <a:ext cx="5439378" cy="338549"/>
          </a:xfrm>
        </p:spPr>
        <p:txBody>
          <a:bodyPr rtlCol="0">
            <a:normAutofit/>
          </a:bodyPr>
          <a:lstStyle>
            <a:lvl1pPr marL="0" indent="0">
              <a:buNone/>
              <a:defRPr sz="1200" spc="225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LE SOUS-TITRE SE PLACE ICI</a:t>
            </a:r>
          </a:p>
        </p:txBody>
      </p:sp>
      <p:sp>
        <p:nvSpPr>
          <p:cNvPr id="5" name="Form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820802" y="669761"/>
            <a:ext cx="1" cy="1641604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20" name="Espace réservé d’image 4">
            <a:extLst>
              <a:ext uri="{FF2B5EF4-FFF2-40B4-BE49-F238E27FC236}">
                <a16:creationId xmlns:a16="http://schemas.microsoft.com/office/drawing/2014/main" id="{99E7C9A1-D1C2-4923-B0AE-127044646A0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49655" y="0"/>
            <a:ext cx="2494344" cy="6858000"/>
          </a:xfrm>
          <a:solidFill>
            <a:schemeClr val="bg1"/>
          </a:solidFill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853328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éparateur de diapositive avec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708475"/>
            <a:ext cx="5439379" cy="891250"/>
          </a:xfrm>
        </p:spPr>
        <p:txBody>
          <a:bodyPr rtlCol="0" anchor="t">
            <a:noAutofit/>
          </a:bodyPr>
          <a:lstStyle>
            <a:lvl1pPr>
              <a:defRPr sz="375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8650" y="3796499"/>
            <a:ext cx="5439378" cy="338549"/>
          </a:xfrm>
        </p:spPr>
        <p:txBody>
          <a:bodyPr rtlCol="0">
            <a:normAutofit/>
          </a:bodyPr>
          <a:lstStyle>
            <a:lvl1pPr marL="0" indent="0">
              <a:buNone/>
              <a:defRPr sz="1200" spc="225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LE SOUS-TITRE SE PLACE ICI</a:t>
            </a:r>
          </a:p>
        </p:txBody>
      </p:sp>
      <p:sp>
        <p:nvSpPr>
          <p:cNvPr id="10" name="Form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820802" y="2799500"/>
            <a:ext cx="1" cy="1641604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DAA0C5BA-C2D3-4A68-8EDE-1831408789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9143999" cy="6858000"/>
          </a:xfrm>
          <a:custGeom>
            <a:avLst/>
            <a:gdLst>
              <a:gd name="connsiteX0" fmla="*/ 0 w 11933381"/>
              <a:gd name="connsiteY0" fmla="*/ 0 h 6858000"/>
              <a:gd name="connsiteX1" fmla="*/ 11933381 w 11933381"/>
              <a:gd name="connsiteY1" fmla="*/ 0 h 6858000"/>
              <a:gd name="connsiteX2" fmla="*/ 11933381 w 11933381"/>
              <a:gd name="connsiteY2" fmla="*/ 6858000 h 6858000"/>
              <a:gd name="connsiteX3" fmla="*/ 0 w 11933381"/>
              <a:gd name="connsiteY3" fmla="*/ 6858000 h 6858000"/>
              <a:gd name="connsiteX4" fmla="*/ 0 w 11933381"/>
              <a:gd name="connsiteY4" fmla="*/ 5854361 h 6858000"/>
              <a:gd name="connsiteX5" fmla="*/ 8109878 w 11933381"/>
              <a:gd name="connsiteY5" fmla="*/ 5854361 h 6858000"/>
              <a:gd name="connsiteX6" fmla="*/ 8109878 w 11933381"/>
              <a:gd name="connsiteY6" fmla="*/ 1949923 h 6858000"/>
              <a:gd name="connsiteX7" fmla="*/ 0 w 11933381"/>
              <a:gd name="connsiteY7" fmla="*/ 1949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33381" h="6858000">
                <a:moveTo>
                  <a:pt x="0" y="0"/>
                </a:moveTo>
                <a:lnTo>
                  <a:pt x="11933381" y="0"/>
                </a:lnTo>
                <a:lnTo>
                  <a:pt x="11933381" y="6858000"/>
                </a:lnTo>
                <a:lnTo>
                  <a:pt x="0" y="6858000"/>
                </a:lnTo>
                <a:lnTo>
                  <a:pt x="0" y="5854361"/>
                </a:lnTo>
                <a:lnTo>
                  <a:pt x="8109878" y="5854361"/>
                </a:lnTo>
                <a:lnTo>
                  <a:pt x="8109878" y="1949923"/>
                </a:lnTo>
                <a:lnTo>
                  <a:pt x="0" y="194992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132737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éparateur de diapositive avec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D373C762-8092-4F49-BC46-91BCA0557F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9143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2430682 h 6858000"/>
              <a:gd name="connsiteX3" fmla="*/ 3823504 w 12191999"/>
              <a:gd name="connsiteY3" fmla="*/ 2430682 h 6858000"/>
              <a:gd name="connsiteX4" fmla="*/ 3823504 w 12191999"/>
              <a:gd name="connsiteY4" fmla="*/ 6335120 h 6858000"/>
              <a:gd name="connsiteX5" fmla="*/ 12191999 w 12191999"/>
              <a:gd name="connsiteY5" fmla="*/ 633512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2430682"/>
                </a:lnTo>
                <a:lnTo>
                  <a:pt x="3823504" y="2430682"/>
                </a:lnTo>
                <a:lnTo>
                  <a:pt x="3823504" y="6335120"/>
                </a:lnTo>
                <a:lnTo>
                  <a:pt x="12191999" y="633512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2406" y="2870519"/>
            <a:ext cx="5439379" cy="891250"/>
          </a:xfrm>
        </p:spPr>
        <p:txBody>
          <a:bodyPr rtlCol="0" anchor="t">
            <a:noAutofit/>
          </a:bodyPr>
          <a:lstStyle>
            <a:lvl1pPr>
              <a:defRPr sz="375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9" name="Espace réservé du texte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2407" y="3958543"/>
            <a:ext cx="5439378" cy="338549"/>
          </a:xfrm>
        </p:spPr>
        <p:txBody>
          <a:bodyPr rtlCol="0">
            <a:normAutofit/>
          </a:bodyPr>
          <a:lstStyle>
            <a:lvl1pPr marL="0" indent="0">
              <a:buNone/>
              <a:defRPr sz="1200" spc="225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LE SOUS-TITRE SE PLACE ICI</a:t>
            </a:r>
          </a:p>
        </p:txBody>
      </p:sp>
      <p:sp>
        <p:nvSpPr>
          <p:cNvPr id="10" name="Form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3591494" y="3058479"/>
            <a:ext cx="0" cy="1447733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423565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éparateur de diapositiv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B652B907-27B2-46E0-B157-E5617EF0413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0"/>
            <a:ext cx="9143999" cy="6858000"/>
          </a:xfrm>
          <a:custGeom>
            <a:avLst/>
            <a:gdLst>
              <a:gd name="connsiteX0" fmla="*/ 0 w 12191999"/>
              <a:gd name="connsiteY0" fmla="*/ 0 h 6553196"/>
              <a:gd name="connsiteX1" fmla="*/ 12191999 w 12191999"/>
              <a:gd name="connsiteY1" fmla="*/ 0 h 6553196"/>
              <a:gd name="connsiteX2" fmla="*/ 12191999 w 12191999"/>
              <a:gd name="connsiteY2" fmla="*/ 6553196 h 6553196"/>
              <a:gd name="connsiteX3" fmla="*/ 9099630 w 12191999"/>
              <a:gd name="connsiteY3" fmla="*/ 6553196 h 6553196"/>
              <a:gd name="connsiteX4" fmla="*/ 9099630 w 12191999"/>
              <a:gd name="connsiteY4" fmla="*/ 2953562 h 6553196"/>
              <a:gd name="connsiteX5" fmla="*/ 731134 w 12191999"/>
              <a:gd name="connsiteY5" fmla="*/ 2953562 h 6553196"/>
              <a:gd name="connsiteX6" fmla="*/ 731134 w 12191999"/>
              <a:gd name="connsiteY6" fmla="*/ 6553196 h 6553196"/>
              <a:gd name="connsiteX7" fmla="*/ 0 w 12191999"/>
              <a:gd name="connsiteY7" fmla="*/ 6553196 h 655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553196">
                <a:moveTo>
                  <a:pt x="0" y="0"/>
                </a:moveTo>
                <a:lnTo>
                  <a:pt x="12191999" y="0"/>
                </a:lnTo>
                <a:lnTo>
                  <a:pt x="12191999" y="6553196"/>
                </a:lnTo>
                <a:lnTo>
                  <a:pt x="9099630" y="6553196"/>
                </a:lnTo>
                <a:lnTo>
                  <a:pt x="9099630" y="2953562"/>
                </a:lnTo>
                <a:lnTo>
                  <a:pt x="731134" y="2953562"/>
                </a:lnTo>
                <a:lnTo>
                  <a:pt x="731134" y="6553196"/>
                </a:lnTo>
                <a:lnTo>
                  <a:pt x="0" y="655319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rtlCol="0">
            <a:noAutofit/>
          </a:bodyPr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1AEE170-55AC-411A-B257-BD682DE71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5123" y="3379810"/>
            <a:ext cx="5439379" cy="891250"/>
          </a:xfrm>
        </p:spPr>
        <p:txBody>
          <a:bodyPr rtlCol="0" anchor="t">
            <a:noAutofit/>
          </a:bodyPr>
          <a:lstStyle>
            <a:lvl1pPr algn="l">
              <a:defRPr sz="375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8" name="Espace réservé du texte 12">
            <a:extLst>
              <a:ext uri="{FF2B5EF4-FFF2-40B4-BE49-F238E27FC236}">
                <a16:creationId xmlns:a16="http://schemas.microsoft.com/office/drawing/2014/main" id="{92D701DC-3803-4D06-BFB3-A9F78E402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5124" y="4467834"/>
            <a:ext cx="5439378" cy="338549"/>
          </a:xfrm>
        </p:spPr>
        <p:txBody>
          <a:bodyPr rtlCol="0">
            <a:normAutofit/>
          </a:bodyPr>
          <a:lstStyle>
            <a:lvl1pPr marL="0" indent="0" algn="l">
              <a:buNone/>
              <a:defRPr sz="1200" spc="225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LE SOUS-TITRE SE PLACE ICI</a:t>
            </a:r>
          </a:p>
        </p:txBody>
      </p:sp>
      <p:sp>
        <p:nvSpPr>
          <p:cNvPr id="9" name="Forme 62">
            <a:extLst>
              <a:ext uri="{FF2B5EF4-FFF2-40B4-BE49-F238E27FC236}">
                <a16:creationId xmlns:a16="http://schemas.microsoft.com/office/drawing/2014/main" id="{71FB5177-8D30-4482-99E2-8BFEB1D37D9E}"/>
              </a:ext>
            </a:extLst>
          </p:cNvPr>
          <p:cNvSpPr/>
          <p:nvPr userDrawn="1"/>
        </p:nvSpPr>
        <p:spPr>
          <a:xfrm rot="16200000" flipV="1">
            <a:off x="964039" y="3327597"/>
            <a:ext cx="0" cy="1928078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l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93417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70" y="4867540"/>
            <a:ext cx="1706542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375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 rtl="0"/>
            <a:r>
              <a:rPr lang="fr-FR" noProof="0"/>
              <a:t>Ordre du jour</a:t>
            </a:r>
          </a:p>
        </p:txBody>
      </p:sp>
      <p:sp>
        <p:nvSpPr>
          <p:cNvPr id="29" name="Espace réservé d’image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5810" y="812800"/>
            <a:ext cx="2668190" cy="5232400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Espace réservé du texte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16485" y="879710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16485" y="1956155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4" name="Espace réservé du texte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16485" y="3032600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5" name="Espace réservé du texte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16485" y="4109045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6" name="Espace réservé du texte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16485" y="5185490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42" name="Form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723866" y="4140829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122606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70" y="4867540"/>
            <a:ext cx="176730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375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 rtl="0"/>
            <a:r>
              <a:rPr lang="fr-FR" noProof="0"/>
              <a:t>Ordre du jour</a:t>
            </a:r>
          </a:p>
        </p:txBody>
      </p:sp>
      <p:sp>
        <p:nvSpPr>
          <p:cNvPr id="29" name="Espace réservé d’image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833603" y="2225041"/>
            <a:ext cx="2668190" cy="36680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Espace réservé du texte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69574" y="2055335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69574" y="2782449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05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4" name="Espace réservé du texte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69574" y="4352427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05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5" name="Espace réservé du texte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69574" y="3567438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05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6" name="Espace réservé du texte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69574" y="5137415"/>
            <a:ext cx="3220655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05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42" name="Form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723866" y="3628561"/>
            <a:ext cx="0" cy="1447733"/>
          </a:xfrm>
          <a:prstGeom prst="line">
            <a:avLst/>
          </a:prstGeom>
          <a:ln w="19050">
            <a:solidFill>
              <a:srgbClr val="E95D0F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2833603" y="1"/>
            <a:ext cx="2689622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</p:spTree>
    <p:extLst>
      <p:ext uri="{BB962C8B-B14F-4D97-AF65-F5344CB8AC3E}">
        <p14:creationId xmlns:p14="http://schemas.microsoft.com/office/powerpoint/2010/main" val="259504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970" y="4867540"/>
            <a:ext cx="1679852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375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 rtl="0"/>
            <a:r>
              <a:rPr lang="fr-FR" noProof="0"/>
              <a:t>Ordre du jour</a:t>
            </a:r>
          </a:p>
        </p:txBody>
      </p:sp>
      <p:sp>
        <p:nvSpPr>
          <p:cNvPr id="29" name="Espace réservé d’image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5810" y="812800"/>
            <a:ext cx="2668190" cy="5232400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2" name="Espace réservé du texte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7640" y="879710"/>
            <a:ext cx="2987894" cy="755650"/>
          </a:xfrm>
        </p:spPr>
        <p:txBody>
          <a:bodyPr rtlCol="0" anchor="ctr">
            <a:normAutofit/>
          </a:bodyPr>
          <a:lstStyle>
            <a:lvl1pPr marL="0" indent="0"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3" name="Espace réservé du texte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7640" y="1956155"/>
            <a:ext cx="2987894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4" name="Espace réservé du texte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7640" y="3032600"/>
            <a:ext cx="2987894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5" name="Espace réservé du texte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57640" y="4109045"/>
            <a:ext cx="2987894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6" name="Espace réservé du texte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7640" y="5185490"/>
            <a:ext cx="2987894" cy="7556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Cliquez pour modifier le Master </a:t>
            </a:r>
            <a:br>
              <a:rPr lang="fr-FR" noProof="0"/>
            </a:br>
            <a:r>
              <a:rPr lang="fr-FR" noProof="0"/>
              <a:t>styles de texte</a:t>
            </a:r>
          </a:p>
        </p:txBody>
      </p:sp>
      <p:sp>
        <p:nvSpPr>
          <p:cNvPr id="37" name="Espace réservé du texte 30">
            <a:extLst>
              <a:ext uri="{FF2B5EF4-FFF2-40B4-BE49-F238E27FC236}">
                <a16:creationId xmlns:a16="http://schemas.microsoft.com/office/drawing/2014/main" id="{2D435A30-7C8E-4847-B027-91CBFA159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645797" y="879710"/>
            <a:ext cx="55581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45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1</a:t>
            </a:r>
          </a:p>
        </p:txBody>
      </p:sp>
      <p:sp>
        <p:nvSpPr>
          <p:cNvPr id="38" name="Espace réservé du texte 30">
            <a:extLst>
              <a:ext uri="{FF2B5EF4-FFF2-40B4-BE49-F238E27FC236}">
                <a16:creationId xmlns:a16="http://schemas.microsoft.com/office/drawing/2014/main" id="{819BB324-34C6-4FF7-8780-D294AC6EC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45797" y="1956155"/>
            <a:ext cx="55581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45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2</a:t>
            </a:r>
          </a:p>
        </p:txBody>
      </p:sp>
      <p:sp>
        <p:nvSpPr>
          <p:cNvPr id="39" name="Espace réservé du texte 30">
            <a:extLst>
              <a:ext uri="{FF2B5EF4-FFF2-40B4-BE49-F238E27FC236}">
                <a16:creationId xmlns:a16="http://schemas.microsoft.com/office/drawing/2014/main" id="{43B3C496-FB0A-4924-A341-696D17E2D9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45797" y="3032600"/>
            <a:ext cx="55581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45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3</a:t>
            </a:r>
          </a:p>
        </p:txBody>
      </p:sp>
      <p:sp>
        <p:nvSpPr>
          <p:cNvPr id="40" name="Espace réservé du texte 30">
            <a:extLst>
              <a:ext uri="{FF2B5EF4-FFF2-40B4-BE49-F238E27FC236}">
                <a16:creationId xmlns:a16="http://schemas.microsoft.com/office/drawing/2014/main" id="{FEACD5FF-800E-4BB0-82F3-2E0AEF1215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45797" y="4109045"/>
            <a:ext cx="55581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45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4</a:t>
            </a:r>
          </a:p>
        </p:txBody>
      </p:sp>
      <p:sp>
        <p:nvSpPr>
          <p:cNvPr id="41" name="Espace réservé du texte 30">
            <a:extLst>
              <a:ext uri="{FF2B5EF4-FFF2-40B4-BE49-F238E27FC236}">
                <a16:creationId xmlns:a16="http://schemas.microsoft.com/office/drawing/2014/main" id="{58B97284-E1BE-4DCD-9CC1-C441D1A85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45797" y="5185490"/>
            <a:ext cx="555812" cy="755650"/>
          </a:xfrm>
        </p:spPr>
        <p:txBody>
          <a:bodyPr rIns="0" rtlCol="0" anchor="ctr">
            <a:noAutofit/>
          </a:bodyPr>
          <a:lstStyle>
            <a:lvl1pPr marL="0" indent="0" algn="r">
              <a:buNone/>
              <a:defRPr sz="45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342900" indent="0">
              <a:buNone/>
              <a:defRPr/>
            </a:lvl2pPr>
          </a:lstStyle>
          <a:p>
            <a:pPr lvl="0" rtl="0"/>
            <a:r>
              <a:rPr lang="fr-FR" noProof="0"/>
              <a:t>5</a:t>
            </a:r>
          </a:p>
        </p:txBody>
      </p:sp>
      <p:sp>
        <p:nvSpPr>
          <p:cNvPr id="42" name="Forme 62">
            <a:extLst>
              <a:ext uri="{FF2B5EF4-FFF2-40B4-BE49-F238E27FC236}">
                <a16:creationId xmlns:a16="http://schemas.microsoft.com/office/drawing/2014/main" id="{79517603-8FAC-41C9-B5BE-3F8BA7D93CE6}"/>
              </a:ext>
            </a:extLst>
          </p:cNvPr>
          <p:cNvSpPr/>
          <p:nvPr userDrawn="1"/>
        </p:nvSpPr>
        <p:spPr>
          <a:xfrm rot="16200000" flipV="1">
            <a:off x="723866" y="4140829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4283145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9483" y="1691473"/>
            <a:ext cx="3289381" cy="1325563"/>
          </a:xfrm>
        </p:spPr>
        <p:txBody>
          <a:bodyPr rtlCol="0" anchor="b"/>
          <a:lstStyle>
            <a:lvl1pPr algn="r">
              <a:defRPr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500438"/>
            <a:ext cx="9144000" cy="3357563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77382" y="1690688"/>
            <a:ext cx="3116574" cy="1325562"/>
          </a:xfrm>
        </p:spPr>
        <p:txBody>
          <a:bodyPr rtlCol="0">
            <a:noAutofit/>
          </a:bodyPr>
          <a:lstStyle>
            <a:lvl1pPr marL="0" indent="0">
              <a:lnSpc>
                <a:spcPct val="100000"/>
              </a:lnSpc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77382" y="1227699"/>
            <a:ext cx="3116574" cy="382749"/>
          </a:xfrm>
        </p:spPr>
        <p:txBody>
          <a:bodyPr rtlCol="0" anchor="b">
            <a:normAutofit/>
          </a:bodyPr>
          <a:lstStyle>
            <a:lvl1pPr marL="0" indent="0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1984934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11" y="1193766"/>
            <a:ext cx="3289381" cy="1325563"/>
          </a:xfrm>
        </p:spPr>
        <p:txBody>
          <a:bodyPr rtlCol="0" anchor="b">
            <a:normAutofit/>
          </a:bodyPr>
          <a:lstStyle>
            <a:lvl1pPr algn="r"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3711" y="2632338"/>
            <a:ext cx="3289381" cy="3357563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3112" y="2540530"/>
            <a:ext cx="2284727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 ici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77205" y="2540530"/>
            <a:ext cx="2267362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200" b="1" dirty="0">
                <a:latin typeface="+mn-lt"/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Cliquez pour ajouter un titre ici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2894" y="2944814"/>
            <a:ext cx="2284810" cy="3044825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7205" y="2944814"/>
            <a:ext cx="2267362" cy="3044825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114414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894" y="1193766"/>
            <a:ext cx="4741673" cy="1325563"/>
          </a:xfrm>
        </p:spPr>
        <p:txBody>
          <a:bodyPr lIns="0" rtlCol="0" anchor="b">
            <a:normAutofit/>
          </a:bodyPr>
          <a:lstStyle>
            <a:lvl1pPr algn="l"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" y="1193766"/>
            <a:ext cx="3923091" cy="479613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3112" y="2540530"/>
            <a:ext cx="2284727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 ici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77205" y="2540530"/>
            <a:ext cx="2267362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200" b="1" dirty="0">
                <a:latin typeface="+mn-lt"/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Cliquez pour ajouter un titre ici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02894" y="2944814"/>
            <a:ext cx="2284810" cy="3044825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77205" y="2944814"/>
            <a:ext cx="2267362" cy="3044825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16603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09010"/>
            <a:ext cx="2562696" cy="2884911"/>
          </a:xfrm>
        </p:spPr>
        <p:txBody>
          <a:bodyPr lIns="0" rtlCol="0" anchor="t">
            <a:normAutofit/>
          </a:bodyPr>
          <a:lstStyle>
            <a:lvl1pPr algn="r">
              <a:defRPr sz="3000">
                <a:solidFill>
                  <a:schemeClr val="accent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3157" y="1809010"/>
            <a:ext cx="2764519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 ici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9131" y="1809010"/>
            <a:ext cx="2743508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200" b="1" dirty="0">
                <a:latin typeface="+mn-lt"/>
              </a:defRPr>
            </a:lvl1pPr>
          </a:lstStyle>
          <a:p>
            <a:pPr marL="0" lvl="0" indent="0" rtl="0">
              <a:buNone/>
            </a:pPr>
            <a:r>
              <a:rPr lang="fr-FR" noProof="0"/>
              <a:t>Cliquez pour ajouter un titre ici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2930" y="2213294"/>
            <a:ext cx="2764619" cy="3044825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9131" y="2213294"/>
            <a:ext cx="2743508" cy="3044825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550643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7090"/>
            <a:ext cx="3222909" cy="3449109"/>
          </a:xfr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>
              <a:defRPr lang="en-US" sz="3000" dirty="0">
                <a:latin typeface="+mj-lt"/>
              </a:defRPr>
            </a:lvl1pPr>
          </a:lstStyle>
          <a:p>
            <a:pPr marL="0" lvl="0" algn="r" rtl="0"/>
            <a:r>
              <a:rPr lang="fr-FR" noProof="0"/>
              <a:t>Cliquez pour modifier le titre du Master </a:t>
            </a:r>
            <a:br>
              <a:rPr lang="fr-FR" noProof="0"/>
            </a:br>
            <a:r>
              <a:rPr lang="fr-FR" noProof="0"/>
              <a:t>style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6563" y="1687090"/>
            <a:ext cx="2764519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 ici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9131" y="1687090"/>
            <a:ext cx="2743508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200" b="1" dirty="0">
                <a:latin typeface="+mn-lt"/>
              </a:defRPr>
            </a:lvl1pPr>
          </a:lstStyle>
          <a:p>
            <a:pPr marL="171450" lvl="0" indent="-171450" rtl="0"/>
            <a:r>
              <a:rPr lang="fr-FR" noProof="0"/>
              <a:t>Cliquez pour ajouter un titre ici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6336" y="2091374"/>
            <a:ext cx="2764619" cy="3044825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9131" y="2091374"/>
            <a:ext cx="2743508" cy="3044825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Forme 62">
            <a:extLst>
              <a:ext uri="{FF2B5EF4-FFF2-40B4-BE49-F238E27FC236}">
                <a16:creationId xmlns:a16="http://schemas.microsoft.com/office/drawing/2014/main" id="{22325F4A-8191-45D3-B031-5847B1E4B3AA}"/>
              </a:ext>
            </a:extLst>
          </p:cNvPr>
          <p:cNvSpPr/>
          <p:nvPr userDrawn="1"/>
        </p:nvSpPr>
        <p:spPr>
          <a:xfrm rot="16200000" flipV="1">
            <a:off x="2499043" y="1573120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9065872" y="1675515"/>
            <a:ext cx="86810" cy="34491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4490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1687090"/>
            <a:ext cx="3426563" cy="1721802"/>
          </a:xfrm>
          <a:noFill/>
        </p:spPr>
        <p:txBody>
          <a:bodyPr lIns="0" rIns="324000" rtlCol="0" anchor="ctr">
            <a:normAutofit/>
          </a:bodyPr>
          <a:lstStyle>
            <a:lvl1pPr algn="r"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Cliquez pour modifier </a:t>
            </a:r>
            <a:br>
              <a:rPr lang="fr-FR" noProof="0"/>
            </a:br>
            <a:r>
              <a:rPr lang="fr-FR" noProof="0"/>
              <a:t>Style du titre du Master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0" y="3408892"/>
            <a:ext cx="9152681" cy="344910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34290" rIns="243000" bIns="3429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 rtl="0"/>
            <a:endParaRPr lang="fr-FR" sz="3000" noProof="0">
              <a:latin typeface="+mn-lt"/>
            </a:endParaRP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6563" y="3666355"/>
            <a:ext cx="2586600" cy="382749"/>
          </a:xfrm>
        </p:spPr>
        <p:txBody>
          <a:bodyPr lIns="0" rtlCol="0" anchor="b">
            <a:normAutofit/>
          </a:bodyPr>
          <a:lstStyle>
            <a:lvl1pPr marL="0" indent="0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 ici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90542" y="3666355"/>
            <a:ext cx="2587699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200" b="1" dirty="0">
                <a:latin typeface="+mn-lt"/>
              </a:defRPr>
            </a:lvl1pPr>
          </a:lstStyle>
          <a:p>
            <a:pPr marL="171450" lvl="0" indent="-171450" rtl="0"/>
            <a:r>
              <a:rPr lang="fr-FR" noProof="0"/>
              <a:t>Cliquez pour ajouter un titre ici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6335" y="4070640"/>
            <a:ext cx="2586600" cy="2253961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0" name="Espace réservé du texte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90542" y="4070640"/>
            <a:ext cx="2587699" cy="2253961"/>
          </a:xfrm>
        </p:spPr>
        <p:txBody>
          <a:bodyPr lIns="0" tIns="72000" rtlCol="0">
            <a:normAutofit/>
          </a:bodyPr>
          <a:lstStyle>
            <a:lvl1pPr>
              <a:defRPr sz="1050">
                <a:latin typeface="+mn-lt"/>
              </a:defRPr>
            </a:lvl1pPr>
            <a:lvl2pPr>
              <a:defRPr sz="900">
                <a:latin typeface="+mn-lt"/>
              </a:defRPr>
            </a:lvl2pPr>
            <a:lvl3pPr>
              <a:defRPr sz="825">
                <a:latin typeface="+mn-lt"/>
              </a:defRPr>
            </a:lvl3pPr>
            <a:lvl4pPr>
              <a:defRPr sz="788">
                <a:latin typeface="+mn-lt"/>
              </a:defRPr>
            </a:lvl4pPr>
            <a:lvl5pPr>
              <a:defRPr sz="788">
                <a:latin typeface="+mn-lt"/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12" name="Forme 62">
            <a:extLst>
              <a:ext uri="{FF2B5EF4-FFF2-40B4-BE49-F238E27FC236}">
                <a16:creationId xmlns:a16="http://schemas.microsoft.com/office/drawing/2014/main" id="{DADD8B14-6C18-4FC5-89FD-62D525A444DB}"/>
              </a:ext>
            </a:extLst>
          </p:cNvPr>
          <p:cNvSpPr/>
          <p:nvPr userDrawn="1"/>
        </p:nvSpPr>
        <p:spPr>
          <a:xfrm rot="16200000" flipV="1">
            <a:off x="2499043" y="971232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09156155-C47D-47A0-A08D-DCAC4D742D3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60809" y="3805254"/>
            <a:ext cx="1451944" cy="1854770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10072104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11" y="1193766"/>
            <a:ext cx="3289381" cy="1325563"/>
          </a:xfrm>
        </p:spPr>
        <p:txBody>
          <a:bodyPr rtlCol="0" anchor="b">
            <a:normAutofit/>
          </a:bodyPr>
          <a:lstStyle>
            <a:lvl1pPr algn="r"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33711" y="2632338"/>
            <a:ext cx="3289381" cy="3357563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03112" y="2944855"/>
            <a:ext cx="2284727" cy="3045045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3112" y="2540530"/>
            <a:ext cx="2284727" cy="382749"/>
          </a:xfrm>
        </p:spPr>
        <p:txBody>
          <a:bodyPr lIns="0" rtlCol="0" anchor="b">
            <a:noAutofit/>
          </a:bodyPr>
          <a:lstStyle>
            <a:lvl1pPr marL="0" indent="0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 ici</a:t>
            </a:r>
          </a:p>
        </p:txBody>
      </p:sp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B2C5FA2F-DD81-4A72-AB26-A4C663724F4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7205" y="2944855"/>
            <a:ext cx="2284727" cy="3045045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77205" y="2540530"/>
            <a:ext cx="2267362" cy="382749"/>
          </a:xfrm>
        </p:spPr>
        <p:txBody>
          <a:bodyPr lIns="0" rtlCol="0" anchor="b">
            <a:noAutofit/>
          </a:bodyPr>
          <a:lstStyle>
            <a:lvl1pPr marL="0" indent="0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 ici</a:t>
            </a:r>
          </a:p>
        </p:txBody>
      </p:sp>
    </p:spTree>
    <p:extLst>
      <p:ext uri="{BB962C8B-B14F-4D97-AF65-F5344CB8AC3E}">
        <p14:creationId xmlns:p14="http://schemas.microsoft.com/office/powerpoint/2010/main" val="39708105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46493" y="836271"/>
            <a:ext cx="3197507" cy="5185458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43198" y="836271"/>
            <a:ext cx="3196800" cy="5185458"/>
          </a:xfrm>
          <a:solidFill>
            <a:schemeClr val="accent2"/>
          </a:solidFill>
        </p:spPr>
        <p:txBody>
          <a:bodyPr lIns="252000" tIns="144000" rIns="144000" rtlCol="0">
            <a:no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775" y="1659771"/>
            <a:ext cx="1918504" cy="1325563"/>
          </a:xfrm>
        </p:spPr>
        <p:txBody>
          <a:bodyPr rtlCol="0" anchor="t"/>
          <a:lstStyle>
            <a:lvl1pPr algn="r">
              <a:defRPr>
                <a:latin typeface="+mj-lt"/>
              </a:defRPr>
            </a:lvl1pPr>
          </a:lstStyle>
          <a:p>
            <a:pPr rtl="0"/>
            <a:r>
              <a:rPr lang="fr-FR" noProof="0"/>
              <a:t>Cliquez pour </a:t>
            </a:r>
            <a:br>
              <a:rPr lang="fr-FR" noProof="0"/>
            </a:br>
            <a:r>
              <a:rPr lang="fr-FR" noProof="0"/>
              <a:t>Ajouter Titre</a:t>
            </a:r>
          </a:p>
        </p:txBody>
      </p:sp>
      <p:sp>
        <p:nvSpPr>
          <p:cNvPr id="6" name="Form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723866" y="676269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32174074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206187"/>
            <a:ext cx="9144000" cy="3651813"/>
          </a:xfrm>
          <a:solidFill>
            <a:schemeClr val="accent2"/>
          </a:solidFill>
        </p:spPr>
        <p:txBody>
          <a:bodyPr lIns="5400000" tIns="216000" rIns="1800000" rtlCol="0">
            <a:no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8540" y="1775521"/>
            <a:ext cx="4826643" cy="1325563"/>
          </a:xfrm>
        </p:spPr>
        <p:txBody>
          <a:bodyPr rtlCol="0" anchor="b"/>
          <a:lstStyle>
            <a:lvl1pPr algn="l">
              <a:defRPr>
                <a:latin typeface="+mj-lt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8878" y="836271"/>
            <a:ext cx="2642567" cy="5185458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9972271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58539" y="3206187"/>
            <a:ext cx="4826644" cy="2815543"/>
          </a:xfrm>
          <a:noFill/>
          <a:ln>
            <a:noFill/>
          </a:ln>
        </p:spPr>
        <p:txBody>
          <a:bodyPr lIns="0" tIns="216000" rIns="1800000" rtlCol="0">
            <a:noAutofit/>
          </a:bodyPr>
          <a:lstStyle>
            <a:lvl1pPr marL="0" indent="0">
              <a:lnSpc>
                <a:spcPct val="100000"/>
              </a:lnSpc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8540" y="1775521"/>
            <a:ext cx="4826643" cy="1325563"/>
          </a:xfrm>
        </p:spPr>
        <p:txBody>
          <a:bodyPr lIns="0" rtlCol="0" anchor="b"/>
          <a:lstStyle>
            <a:lvl1pPr algn="l">
              <a:defRPr>
                <a:latin typeface="+mj-lt"/>
              </a:defRPr>
            </a:lvl1pPr>
          </a:lstStyle>
          <a:p>
            <a:pPr rtl="0"/>
            <a:r>
              <a:rPr lang="fr-FR" noProof="0"/>
              <a:t>Cliquez pour ajouter un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8651" y="836271"/>
            <a:ext cx="2742794" cy="5185458"/>
          </a:xfrm>
          <a:solidFill>
            <a:schemeClr val="bg1">
              <a:lumMod val="95000"/>
            </a:schemeClr>
          </a:solidFill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583128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559215" y="3428991"/>
            <a:ext cx="5584785" cy="3429009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659771"/>
            <a:ext cx="2314214" cy="1325563"/>
          </a:xfrm>
        </p:spPr>
        <p:txBody>
          <a:bodyPr lIns="0" rtlCol="0" anchor="t"/>
          <a:lstStyle>
            <a:lvl1pPr algn="l">
              <a:defRPr>
                <a:latin typeface="+mj-lt"/>
              </a:defRPr>
            </a:lvl1pPr>
          </a:lstStyle>
          <a:p>
            <a:pPr rtl="0"/>
            <a:r>
              <a:rPr lang="fr-FR" noProof="0"/>
              <a:t>Cliquez pour </a:t>
            </a:r>
            <a:br>
              <a:rPr lang="fr-FR" noProof="0"/>
            </a:br>
            <a:r>
              <a:rPr lang="fr-FR" noProof="0"/>
              <a:t>Ajouter Titre</a:t>
            </a:r>
          </a:p>
        </p:txBody>
      </p:sp>
      <p:sp>
        <p:nvSpPr>
          <p:cNvPr id="6" name="Form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723866" y="676269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8596F-E730-47C4-86C3-F4A9B3F78268}"/>
              </a:ext>
            </a:extLst>
          </p:cNvPr>
          <p:cNvSpPr/>
          <p:nvPr userDrawn="1"/>
        </p:nvSpPr>
        <p:spPr>
          <a:xfrm>
            <a:off x="3559215" y="0"/>
            <a:ext cx="5584785" cy="3428990"/>
          </a:xfrm>
          <a:prstGeom prst="rect">
            <a:avLst/>
          </a:prstGeom>
          <a:solidFill>
            <a:schemeClr val="accent2"/>
          </a:solidFill>
        </p:spPr>
        <p:txBody>
          <a:bodyPr vert="horz" lIns="189000" tIns="108000" rIns="108000" bIns="34290" rtlCol="0">
            <a:noAutofit/>
          </a:bodyPr>
          <a:lstStyle/>
          <a:p>
            <a:pPr lvl="0" indent="0" rtl="0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endParaRPr lang="fr-FR" sz="1050" b="0" i="0" noProof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Espace réservé du texte 6">
            <a:extLst>
              <a:ext uri="{FF2B5EF4-FFF2-40B4-BE49-F238E27FC236}">
                <a16:creationId xmlns:a16="http://schemas.microsoft.com/office/drawing/2014/main" id="{2E0AB4DF-4264-4631-9A72-72B25F9BE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19308" y="987208"/>
            <a:ext cx="2128367" cy="382749"/>
          </a:xfrm>
        </p:spPr>
        <p:txBody>
          <a:bodyPr lIns="0" tIns="0" rtlCol="0" anchor="t">
            <a:normAutofit/>
          </a:bodyPr>
          <a:lstStyle>
            <a:lvl1pPr marL="0" indent="0">
              <a:buNone/>
              <a:defRPr sz="1200" b="1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Cliquez pour ajouter un titre ici</a:t>
            </a:r>
          </a:p>
        </p:txBody>
      </p:sp>
      <p:sp>
        <p:nvSpPr>
          <p:cNvPr id="9" name="Espace réservé du texte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63528" y="987208"/>
            <a:ext cx="2625830" cy="1397178"/>
          </a:xfrm>
        </p:spPr>
        <p:txBody>
          <a:bodyPr lIns="0" t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050">
                <a:solidFill>
                  <a:schemeClr val="tx2"/>
                </a:solidFill>
                <a:latin typeface="+mn-lt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825"/>
            </a:lvl3pPr>
            <a:lvl4pPr>
              <a:defRPr sz="788"/>
            </a:lvl4pPr>
            <a:lvl5pPr>
              <a:defRPr sz="788"/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33363622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8650" y="0"/>
            <a:ext cx="8515350" cy="6858000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7F92C0C-7E68-45AE-8824-6858C6874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4566452"/>
            <a:ext cx="3755261" cy="1440000"/>
          </a:xfrm>
          <a:solidFill>
            <a:schemeClr val="bg1"/>
          </a:solidFill>
        </p:spPr>
        <p:txBody>
          <a:bodyPr lIns="216000" rtlCol="0">
            <a:normAutofit/>
          </a:bodyPr>
          <a:lstStyle>
            <a:lvl1pPr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Cliquez pour modifier </a:t>
            </a:r>
            <a:br>
              <a:rPr lang="fr-FR" noProof="0"/>
            </a:br>
            <a:r>
              <a:rPr lang="fr-FR" noProof="0"/>
              <a:t>Style du titre du Master</a:t>
            </a:r>
          </a:p>
        </p:txBody>
      </p:sp>
    </p:spTree>
    <p:extLst>
      <p:ext uri="{BB962C8B-B14F-4D97-AF65-F5344CB8AC3E}">
        <p14:creationId xmlns:p14="http://schemas.microsoft.com/office/powerpoint/2010/main" val="953602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8650" y="0"/>
            <a:ext cx="8515350" cy="6858000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49A10FA-D831-43AB-9DF1-EDB14480E3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478756"/>
            <a:ext cx="3429000" cy="1189037"/>
          </a:xfrm>
        </p:spPr>
        <p:txBody>
          <a:bodyPr rtlCol="0" anchor="b">
            <a:normAutofit/>
          </a:bodyPr>
          <a:lstStyle>
            <a:lvl1pPr marL="0" indent="0">
              <a:buNone/>
              <a:defRPr sz="21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 rtl="0"/>
            <a:r>
              <a:rPr lang="fr-FR" noProof="0"/>
              <a:t>Titre de la diapositive</a:t>
            </a:r>
          </a:p>
        </p:txBody>
      </p:sp>
    </p:spTree>
    <p:extLst>
      <p:ext uri="{BB962C8B-B14F-4D97-AF65-F5344CB8AC3E}">
        <p14:creationId xmlns:p14="http://schemas.microsoft.com/office/powerpoint/2010/main" val="2632027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7FBD120B-8377-4641-9618-9DD68265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705635"/>
            <a:ext cx="4383911" cy="1440000"/>
          </a:xfrm>
          <a:solidFill>
            <a:schemeClr val="bg1"/>
          </a:solidFill>
        </p:spPr>
        <p:txBody>
          <a:bodyPr lIns="792000" rtlCol="0">
            <a:normAutofit/>
          </a:bodyPr>
          <a:lstStyle>
            <a:lvl1pPr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2597402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9559417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4000" cy="5497975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688402"/>
            <a:ext cx="6537960" cy="823070"/>
          </a:xfrm>
          <a:solidFill>
            <a:schemeClr val="bg1"/>
          </a:solidFill>
        </p:spPr>
        <p:txBody>
          <a:bodyPr lIns="0" rtlCol="0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1472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9144000" cy="5497975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1259541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8650" y="1"/>
            <a:ext cx="8515350" cy="5547360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688402"/>
            <a:ext cx="6537960" cy="823070"/>
          </a:xfrm>
          <a:solidFill>
            <a:schemeClr val="bg1"/>
          </a:solidFill>
        </p:spPr>
        <p:txBody>
          <a:bodyPr lIns="0" rtlCol="0"/>
          <a:lstStyle>
            <a:lvl1pPr>
              <a:defRPr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7136611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8650" y="853442"/>
            <a:ext cx="8515350" cy="5151119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9089884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85657" y="1203769"/>
            <a:ext cx="7172687" cy="5060062"/>
          </a:xfrm>
          <a:solidFill>
            <a:schemeClr val="bg1"/>
          </a:solidFill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3" name="Titre 4">
            <a:extLst>
              <a:ext uri="{FF2B5EF4-FFF2-40B4-BE49-F238E27FC236}">
                <a16:creationId xmlns:a16="http://schemas.microsoft.com/office/drawing/2014/main" id="{F595BB60-922F-4254-AD20-DEA3FA4B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656" y="339162"/>
            <a:ext cx="7172686" cy="823070"/>
          </a:xfrm>
          <a:noFill/>
        </p:spPr>
        <p:txBody>
          <a:bodyPr lIns="0" rtlCol="0">
            <a:normAutofit/>
          </a:bodyPr>
          <a:lstStyle>
            <a:lvl1pPr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3234657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7023" y="747000"/>
            <a:ext cx="7889955" cy="5364000"/>
          </a:xfrm>
          <a:solidFill>
            <a:schemeClr val="bg1"/>
          </a:solidFill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5622677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2480" y="0"/>
            <a:ext cx="8527829" cy="6858000"/>
          </a:xfrm>
          <a:prstGeom prst="rect">
            <a:avLst/>
          </a:prstGeom>
          <a:solidFill>
            <a:srgbClr val="E95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6"/>
            <a:ext cx="5725716" cy="1325563"/>
          </a:xfrm>
        </p:spPr>
        <p:txBody>
          <a:bodyPr rtlCol="0">
            <a:normAutofit/>
          </a:bodyPr>
          <a:lstStyle>
            <a:lvl1pPr>
              <a:defRPr sz="45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En-tête de section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97771" y="4290083"/>
            <a:ext cx="1866900" cy="3124200"/>
          </a:xfrm>
        </p:spPr>
        <p:txBody>
          <a:bodyPr tIns="0" bIns="0" rtlCol="0" anchor="b">
            <a:noAutofit/>
          </a:bodyPr>
          <a:lstStyle>
            <a:lvl1pPr marL="0" indent="0" algn="r">
              <a:buNone/>
              <a:defRPr sz="225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8043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4373881" y="0"/>
            <a:ext cx="4141469" cy="6858000"/>
          </a:xfrm>
          <a:prstGeom prst="rect">
            <a:avLst/>
          </a:prstGeom>
          <a:solidFill>
            <a:srgbClr val="E95D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771525"/>
            <a:ext cx="3524250" cy="1694180"/>
          </a:xfrm>
        </p:spPr>
        <p:txBody>
          <a:bodyPr lIns="0" rtlCol="0" anchor="t">
            <a:noAutofit/>
          </a:bodyPr>
          <a:lstStyle>
            <a:lvl1pPr>
              <a:defRPr sz="5000" b="1" baseline="0">
                <a:solidFill>
                  <a:srgbClr val="E95D0F"/>
                </a:solidFill>
                <a:latin typeface="Arial" panose="020B0604020202020204" pitchFamily="34" charset="0"/>
              </a:defRPr>
            </a:lvl1pPr>
          </a:lstStyle>
          <a:p>
            <a:pPr rtl="0"/>
            <a:r>
              <a:rPr lang="fr-FR" noProof="0" dirty="0"/>
              <a:t>Section </a:t>
            </a:r>
            <a:br>
              <a:rPr lang="fr-FR" noProof="0" dirty="0"/>
            </a:br>
            <a:r>
              <a:rPr lang="fr-FR" noProof="0" dirty="0"/>
              <a:t>En-tête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44615" y="4263501"/>
            <a:ext cx="1866900" cy="3124198"/>
          </a:xfrm>
        </p:spPr>
        <p:txBody>
          <a:bodyPr bIns="0" rtlCol="0" anchor="b">
            <a:noAutofit/>
          </a:bodyPr>
          <a:lstStyle>
            <a:lvl1pPr marL="0" indent="0" algn="r">
              <a:buNone/>
              <a:defRPr sz="1875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17688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1" y="0"/>
            <a:ext cx="529209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771525"/>
            <a:ext cx="3943350" cy="1694180"/>
          </a:xfrm>
        </p:spPr>
        <p:txBody>
          <a:bodyPr lIns="0" rtlCol="0" anchor="t">
            <a:normAutofit/>
          </a:bodyPr>
          <a:lstStyle>
            <a:lvl1pPr>
              <a:defRPr sz="45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En-tête de section</a:t>
            </a:r>
          </a:p>
        </p:txBody>
      </p:sp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88BD7D8D-4534-4674-90CD-5444E7502E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26977" y="4463007"/>
            <a:ext cx="1866900" cy="3124198"/>
          </a:xfrm>
        </p:spPr>
        <p:txBody>
          <a:bodyPr bIns="0" rtlCol="0" anchor="b">
            <a:noAutofit/>
          </a:bodyPr>
          <a:lstStyle>
            <a:lvl1pPr marL="0" indent="0" algn="r">
              <a:buNone/>
              <a:defRPr sz="18750">
                <a:solidFill>
                  <a:schemeClr val="bg1">
                    <a:lumMod val="85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496879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3">
            <a:extLst>
              <a:ext uri="{FF2B5EF4-FFF2-40B4-BE49-F238E27FC236}">
                <a16:creationId xmlns:a16="http://schemas.microsoft.com/office/drawing/2014/main" id="{FC75DEA4-0A76-480D-A95E-49B8E0DD97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1735" y="3145492"/>
            <a:ext cx="1866900" cy="3124198"/>
          </a:xfrm>
        </p:spPr>
        <p:txBody>
          <a:bodyPr bIns="0" rtlCol="0" anchor="b">
            <a:noAutofit/>
          </a:bodyPr>
          <a:lstStyle>
            <a:lvl1pPr marL="0" indent="0" algn="l">
              <a:buNone/>
              <a:defRPr sz="18750">
                <a:solidFill>
                  <a:srgbClr val="5DAAB0">
                    <a:alpha val="20000"/>
                  </a:srgb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#</a:t>
            </a:r>
          </a:p>
        </p:txBody>
      </p:sp>
      <p:sp>
        <p:nvSpPr>
          <p:cNvPr id="16" name="Rectangle 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394371"/>
            <a:ext cx="5292091" cy="40692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220" y="1934210"/>
            <a:ext cx="3954780" cy="1694180"/>
          </a:xfrm>
        </p:spPr>
        <p:txBody>
          <a:bodyPr lIns="0" rtlCol="0" anchor="t">
            <a:normAutofit/>
          </a:bodyPr>
          <a:lstStyle>
            <a:lvl1pPr>
              <a:defRPr sz="45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En-tête de section</a:t>
            </a:r>
          </a:p>
        </p:txBody>
      </p:sp>
    </p:spTree>
    <p:extLst>
      <p:ext uri="{BB962C8B-B14F-4D97-AF65-F5344CB8AC3E}">
        <p14:creationId xmlns:p14="http://schemas.microsoft.com/office/powerpoint/2010/main" val="17935321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 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2480" y="1"/>
            <a:ext cx="9156479" cy="490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220" y="2691447"/>
            <a:ext cx="4704241" cy="1694180"/>
          </a:xfrm>
        </p:spPr>
        <p:txBody>
          <a:bodyPr lIns="0" rtlCol="0" anchor="b">
            <a:noAutofit/>
          </a:bodyPr>
          <a:lstStyle>
            <a:lvl1pPr algn="l">
              <a:defRPr sz="495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En-tête de section</a:t>
            </a:r>
          </a:p>
        </p:txBody>
      </p:sp>
      <p:sp>
        <p:nvSpPr>
          <p:cNvPr id="19" name="Espace réservé du texte 3">
            <a:extLst>
              <a:ext uri="{FF2B5EF4-FFF2-40B4-BE49-F238E27FC236}">
                <a16:creationId xmlns:a16="http://schemas.microsoft.com/office/drawing/2014/main" id="{7A110188-91CF-42CE-9B0F-643DB15F9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93870" y="2613057"/>
            <a:ext cx="1866900" cy="3124198"/>
          </a:xfrm>
        </p:spPr>
        <p:txBody>
          <a:bodyPr bIns="0" rtlCol="0" anchor="b">
            <a:noAutofit/>
          </a:bodyPr>
          <a:lstStyle>
            <a:lvl1pPr marL="0" indent="0" algn="l">
              <a:buNone/>
              <a:defRPr sz="18750">
                <a:solidFill>
                  <a:srgbClr val="3B7579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630524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9791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1"/>
            <a:ext cx="4543425" cy="6857995"/>
          </a:xfrm>
          <a:prstGeom prst="rect">
            <a:avLst/>
          </a:prstGeom>
          <a:solidFill>
            <a:schemeClr val="accent2"/>
          </a:solidFill>
        </p:spPr>
        <p:txBody>
          <a:bodyPr vert="horz" lIns="972000" tIns="34290" rIns="324000" bIns="34290" rtlCol="0" anchor="ctr">
            <a:normAutofit/>
          </a:bodyPr>
          <a:lstStyle/>
          <a:p>
            <a:pPr lvl="0" indent="0" rtl="0">
              <a:lnSpc>
                <a:spcPct val="100000"/>
              </a:lnSpc>
              <a:spcBef>
                <a:spcPts val="750"/>
              </a:spcBef>
              <a:buFontTx/>
              <a:buNone/>
            </a:pPr>
            <a:endParaRPr lang="fr-FR" sz="1050" b="0" i="0" spc="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793" y="1100290"/>
            <a:ext cx="3006328" cy="1395208"/>
          </a:xfrm>
        </p:spPr>
        <p:txBody>
          <a:bodyPr lIns="0" rtlCol="0" anchor="b"/>
          <a:lstStyle>
            <a:lvl1pPr>
              <a:defRPr b="1">
                <a:latin typeface="+mj-lt"/>
              </a:defRPr>
            </a:lvl1pPr>
          </a:lstStyle>
          <a:p>
            <a:pPr rtl="0"/>
            <a:r>
              <a:rPr lang="fr-FR" noProof="0"/>
              <a:t>Cliquez pour ajouter le titre de la diapositive ici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794" y="2561160"/>
            <a:ext cx="3006328" cy="602887"/>
          </a:xfrm>
        </p:spPr>
        <p:txBody>
          <a:bodyPr lIns="0" rtlCol="0" anchor="t">
            <a:normAutofit/>
          </a:bodyPr>
          <a:lstStyle>
            <a:lvl1pPr marL="0" indent="0">
              <a:buNone/>
              <a:defRPr sz="1050" spc="225">
                <a:solidFill>
                  <a:schemeClr val="tx2"/>
                </a:solidFill>
              </a:defRPr>
            </a:lvl1pPr>
            <a:lvl2pPr>
              <a:defRPr sz="825">
                <a:solidFill>
                  <a:schemeClr val="tx2"/>
                </a:solidFill>
              </a:defRPr>
            </a:lvl2pPr>
            <a:lvl3pPr>
              <a:defRPr sz="788">
                <a:solidFill>
                  <a:schemeClr val="tx2"/>
                </a:solidFill>
              </a:defRPr>
            </a:lvl3pPr>
            <a:lvl4pPr>
              <a:defRPr sz="750">
                <a:solidFill>
                  <a:schemeClr val="tx2"/>
                </a:solidFill>
              </a:defRPr>
            </a:lvl4pPr>
            <a:lvl5pPr>
              <a:defRPr sz="75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SOUS-TITRE ICI</a:t>
            </a:r>
          </a:p>
        </p:txBody>
      </p:sp>
      <p:sp>
        <p:nvSpPr>
          <p:cNvPr id="5" name="Form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723866" y="259580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8742" y="1074809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742" y="2365537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88742" y="3656265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88742" y="4946994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3278529"/>
            <a:ext cx="3006329" cy="2560899"/>
          </a:xfrm>
        </p:spPr>
        <p:txBody>
          <a:bodyPr l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5" name="Espace réservé d’image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2617" y="1042385"/>
            <a:ext cx="60356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rtlCol="0">
            <a:normAutofit/>
          </a:bodyPr>
          <a:lstStyle>
            <a:lvl1pPr>
              <a:defRPr sz="6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’image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92617" y="2331744"/>
            <a:ext cx="60356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22" name="Espace réservé d’image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92617" y="3621102"/>
            <a:ext cx="60356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23" name="Espace réservé d’image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92617" y="4910462"/>
            <a:ext cx="60356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4144426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4037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’image 2">
            <a:extLst>
              <a:ext uri="{FF2B5EF4-FFF2-40B4-BE49-F238E27FC236}">
                <a16:creationId xmlns:a16="http://schemas.microsoft.com/office/drawing/2014/main" id="{3834DECF-152F-4E39-AD49-1ADCE9F759D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1031" y="3097232"/>
            <a:ext cx="3006090" cy="2742196"/>
          </a:xfrm>
        </p:spPr>
        <p:txBody>
          <a:bodyPr rtlCol="0">
            <a:normAutofit/>
          </a:bodyPr>
          <a:lstStyle>
            <a:lvl1pPr>
              <a:defRPr sz="9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793" y="1100290"/>
            <a:ext cx="3006328" cy="1395208"/>
          </a:xfrm>
        </p:spPr>
        <p:txBody>
          <a:bodyPr lIns="0" rtlCol="0" anchor="b">
            <a:normAutofit/>
          </a:bodyPr>
          <a:lstStyle>
            <a:lvl1pPr>
              <a:defRPr sz="3000" b="1">
                <a:latin typeface="+mj-lt"/>
              </a:defRPr>
            </a:lvl1pPr>
          </a:lstStyle>
          <a:p>
            <a:pPr rtl="0"/>
            <a:r>
              <a:rPr lang="fr-FR" noProof="0"/>
              <a:t>Cliquez pour ajouter </a:t>
            </a:r>
            <a:br>
              <a:rPr lang="fr-FR" noProof="0"/>
            </a:br>
            <a:r>
              <a:rPr lang="fr-FR" noProof="0"/>
              <a:t>Titre de la diapositive ici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794" y="2561160"/>
            <a:ext cx="3006328" cy="375081"/>
          </a:xfrm>
        </p:spPr>
        <p:txBody>
          <a:bodyPr lIns="0" rtlCol="0" anchor="t">
            <a:normAutofit/>
          </a:bodyPr>
          <a:lstStyle>
            <a:lvl1pPr marL="0" indent="0">
              <a:buNone/>
              <a:defRPr sz="1050" spc="225">
                <a:solidFill>
                  <a:schemeClr val="tx2"/>
                </a:solidFill>
              </a:defRPr>
            </a:lvl1pPr>
            <a:lvl2pPr>
              <a:defRPr sz="825">
                <a:solidFill>
                  <a:schemeClr val="tx2"/>
                </a:solidFill>
              </a:defRPr>
            </a:lvl2pPr>
            <a:lvl3pPr>
              <a:defRPr sz="788">
                <a:solidFill>
                  <a:schemeClr val="tx2"/>
                </a:solidFill>
              </a:defRPr>
            </a:lvl3pPr>
            <a:lvl4pPr>
              <a:defRPr sz="750">
                <a:solidFill>
                  <a:schemeClr val="tx2"/>
                </a:solidFill>
              </a:defRPr>
            </a:lvl4pPr>
            <a:lvl5pPr>
              <a:defRPr sz="75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SOUS-TITRE ICI</a:t>
            </a:r>
          </a:p>
        </p:txBody>
      </p:sp>
      <p:sp>
        <p:nvSpPr>
          <p:cNvPr id="5" name="Form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723866" y="259580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8742" y="1074809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742" y="2365537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88742" y="3656265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88742" y="4946994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5" name="Espace réservé d’image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92617" y="1042385"/>
            <a:ext cx="60356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rtlCol="0">
            <a:normAutofit/>
          </a:bodyPr>
          <a:lstStyle>
            <a:lvl1pPr>
              <a:defRPr sz="6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’image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92617" y="2331744"/>
            <a:ext cx="60356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22" name="Espace réservé d’image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92617" y="3621102"/>
            <a:ext cx="60356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23" name="Espace réservé d’image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92617" y="4910462"/>
            <a:ext cx="60356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2192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9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3721473"/>
            <a:ext cx="9144000" cy="3136523"/>
          </a:xfrm>
          <a:prstGeom prst="rect">
            <a:avLst/>
          </a:prstGeom>
          <a:solidFill>
            <a:schemeClr val="accent2"/>
          </a:solidFill>
        </p:spPr>
        <p:txBody>
          <a:bodyPr vert="horz" lIns="972000" tIns="34290" rIns="324000" bIns="34290" rtlCol="0" anchor="ctr">
            <a:normAutofit/>
          </a:bodyPr>
          <a:lstStyle/>
          <a:p>
            <a:pPr lvl="0" indent="0" rtl="0">
              <a:lnSpc>
                <a:spcPct val="100000"/>
              </a:lnSpc>
              <a:spcBef>
                <a:spcPts val="750"/>
              </a:spcBef>
              <a:buFontTx/>
              <a:buNone/>
            </a:pPr>
            <a:endParaRPr lang="fr-FR" sz="1050" b="0" i="0" spc="0" noProof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407" y="358611"/>
            <a:ext cx="8141186" cy="804759"/>
          </a:xfrm>
        </p:spPr>
        <p:txBody>
          <a:bodyPr lIns="0" rtlCol="0" anchor="b">
            <a:norm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pPr rtl="0"/>
            <a:r>
              <a:rPr lang="fr-FR" noProof="0"/>
              <a:t>Cliquez pour ajouter le titre de la diapositive ici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97478" y="2677211"/>
            <a:ext cx="60356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rtlCol="0">
            <a:normAutofit/>
          </a:bodyPr>
          <a:lstStyle>
            <a:lvl1pPr>
              <a:defRPr sz="600"/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1" name="Espace réservé d’image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232957" y="2677211"/>
            <a:ext cx="60356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3" name="Espace réservé d’image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68435" y="2677211"/>
            <a:ext cx="60356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4" name="Espace réservé d’image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03914" y="2677211"/>
            <a:ext cx="60356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/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3085" y="3920809"/>
            <a:ext cx="1852355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7619" y="3923752"/>
            <a:ext cx="1852355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42152" y="3920809"/>
            <a:ext cx="1852355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6687" y="3916626"/>
            <a:ext cx="1852355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050"/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1337303"/>
            <a:ext cx="8013943" cy="541483"/>
          </a:xfrm>
        </p:spPr>
        <p:txBody>
          <a:bodyPr lIns="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638410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98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1407" y="1039331"/>
            <a:ext cx="8141186" cy="804759"/>
          </a:xfrm>
        </p:spPr>
        <p:txBody>
          <a:bodyPr lIns="0" rtlCol="0" anchor="b">
            <a:normAutofit/>
          </a:bodyPr>
          <a:lstStyle>
            <a:lvl1pPr algn="ctr">
              <a:defRPr sz="3000" b="1">
                <a:latin typeface="+mj-lt"/>
              </a:defRPr>
            </a:lvl1pPr>
          </a:lstStyle>
          <a:p>
            <a:pPr rtl="0"/>
            <a:r>
              <a:rPr lang="fr-FR" noProof="0"/>
              <a:t>Cliquez pour ajouter le titre de la diapositive ici</a:t>
            </a:r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005840" y="3235748"/>
            <a:ext cx="786845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rtlCol="0">
            <a:normAutofit/>
          </a:bodyPr>
          <a:lstStyle>
            <a:lvl1pPr>
              <a:defRPr sz="600"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1" name="Espace réservé d’image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141319" y="3235748"/>
            <a:ext cx="786845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>
                <a:latin typeface="+mn-lt"/>
              </a:defRPr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3" name="Espace réservé d’image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76797" y="3235748"/>
            <a:ext cx="786845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>
                <a:latin typeface="+mn-lt"/>
              </a:defRPr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4" name="Espace réservé d’image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412276" y="3235748"/>
            <a:ext cx="786845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>
                <a:latin typeface="+mn-lt"/>
              </a:defRPr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3085" y="4601529"/>
            <a:ext cx="1852355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050">
                <a:latin typeface="+mn-lt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07619" y="4604472"/>
            <a:ext cx="1852355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050">
                <a:latin typeface="+mn-lt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42152" y="4601529"/>
            <a:ext cx="1852355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050">
                <a:latin typeface="+mn-lt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6687" y="4597346"/>
            <a:ext cx="1852355" cy="73169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050">
                <a:latin typeface="+mn-lt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018023"/>
            <a:ext cx="8013943" cy="541483"/>
          </a:xfrm>
        </p:spPr>
        <p:txBody>
          <a:bodyPr lIns="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262005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98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4600575" y="1"/>
            <a:ext cx="4543425" cy="6857995"/>
          </a:xfrm>
          <a:prstGeom prst="rect">
            <a:avLst/>
          </a:prstGeom>
          <a:solidFill>
            <a:srgbClr val="DFE3E9"/>
          </a:solidFill>
        </p:spPr>
        <p:txBody>
          <a:bodyPr vert="horz" lIns="972000" tIns="34290" rIns="324000" bIns="34290" rtlCol="0" anchor="ctr">
            <a:normAutofit/>
          </a:bodyPr>
          <a:lstStyle/>
          <a:p>
            <a:pPr lvl="0" indent="0" rtl="0">
              <a:lnSpc>
                <a:spcPct val="100000"/>
              </a:lnSpc>
              <a:spcBef>
                <a:spcPts val="750"/>
              </a:spcBef>
              <a:buFontTx/>
              <a:buNone/>
            </a:pPr>
            <a:endParaRPr lang="fr-FR" sz="1050" b="0" i="0" spc="0" noProof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793" y="2234610"/>
            <a:ext cx="3006328" cy="1395208"/>
          </a:xfrm>
        </p:spPr>
        <p:txBody>
          <a:bodyPr lIns="0" rtlCol="0" anchor="b"/>
          <a:lstStyle>
            <a:lvl1pPr>
              <a:defRPr b="1">
                <a:latin typeface="+mj-lt"/>
              </a:defRPr>
            </a:lvl1pPr>
          </a:lstStyle>
          <a:p>
            <a:pPr rtl="0"/>
            <a:r>
              <a:rPr lang="fr-FR" noProof="0"/>
              <a:t>Cliquez pour ajouter le titre de la diapositive ici</a:t>
            </a:r>
          </a:p>
        </p:txBody>
      </p:sp>
      <p:sp>
        <p:nvSpPr>
          <p:cNvPr id="17" name="Espace réservé du texte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0794" y="3695480"/>
            <a:ext cx="3006328" cy="602887"/>
          </a:xfrm>
        </p:spPr>
        <p:txBody>
          <a:bodyPr lIns="0" rtlCol="0" anchor="t">
            <a:normAutofit/>
          </a:bodyPr>
          <a:lstStyle>
            <a:lvl1pPr marL="0" indent="0">
              <a:buNone/>
              <a:defRPr sz="1050" spc="225">
                <a:solidFill>
                  <a:schemeClr val="tx2"/>
                </a:solidFill>
                <a:latin typeface="+mn-lt"/>
              </a:defRPr>
            </a:lvl1pPr>
            <a:lvl2pPr>
              <a:defRPr sz="825">
                <a:solidFill>
                  <a:schemeClr val="tx2"/>
                </a:solidFill>
              </a:defRPr>
            </a:lvl2pPr>
            <a:lvl3pPr>
              <a:defRPr sz="788">
                <a:solidFill>
                  <a:schemeClr val="tx2"/>
                </a:solidFill>
              </a:defRPr>
            </a:lvl3pPr>
            <a:lvl4pPr>
              <a:defRPr sz="750">
                <a:solidFill>
                  <a:schemeClr val="tx2"/>
                </a:solidFill>
              </a:defRPr>
            </a:lvl4pPr>
            <a:lvl5pPr>
              <a:defRPr sz="75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SOUS-TITRE ICI</a:t>
            </a:r>
          </a:p>
        </p:txBody>
      </p:sp>
      <p:sp>
        <p:nvSpPr>
          <p:cNvPr id="5" name="Form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723866" y="1393900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  <p:sp>
        <p:nvSpPr>
          <p:cNvPr id="6" name="Espace réservé d’image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5567" y="1038725"/>
            <a:ext cx="60356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rtlCol="0">
            <a:normAutofit/>
          </a:bodyPr>
          <a:lstStyle>
            <a:lvl1pPr>
              <a:defRPr sz="600"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11" name="Espace réservé d’image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015567" y="2330236"/>
            <a:ext cx="60356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>
                <a:latin typeface="+mn-lt"/>
              </a:defRPr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3" name="Espace réservé d’image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015567" y="3621747"/>
            <a:ext cx="60356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>
                <a:latin typeface="+mn-lt"/>
              </a:defRPr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14" name="Espace réservé d’image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015567" y="4913258"/>
            <a:ext cx="60356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600" dirty="0">
                <a:latin typeface="+mn-lt"/>
              </a:defRPr>
            </a:lvl1pPr>
          </a:lstStyle>
          <a:p>
            <a:pPr lvl="0" rtl="0"/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88742" y="1074809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>
                <a:latin typeface="+mn-lt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6" name="Espace réservé du texte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742" y="2365537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>
                <a:latin typeface="+mn-lt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8" name="Espace réservé du texte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88742" y="3656265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>
                <a:latin typeface="+mn-lt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9" name="Espace réservé du texte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88742" y="4946994"/>
            <a:ext cx="2983236" cy="731694"/>
          </a:xfrm>
        </p:spPr>
        <p:txBody>
          <a:bodyPr rtlCol="0" anchor="ctr">
            <a:normAutofit/>
          </a:bodyPr>
          <a:lstStyle>
            <a:lvl1pPr marL="0" indent="0">
              <a:buNone/>
              <a:defRPr sz="1050">
                <a:latin typeface="+mn-lt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</p:spTree>
    <p:extLst>
      <p:ext uri="{BB962C8B-B14F-4D97-AF65-F5344CB8AC3E}">
        <p14:creationId xmlns:p14="http://schemas.microsoft.com/office/powerpoint/2010/main" val="4194667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98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61" y="971950"/>
            <a:ext cx="2652773" cy="2036100"/>
          </a:xfrm>
        </p:spPr>
        <p:txBody>
          <a:bodyPr lIns="0" rtlCol="0"/>
          <a:lstStyle>
            <a:lvl1pPr>
              <a:defRPr>
                <a:solidFill>
                  <a:srgbClr val="5DAAB0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57698" y="729827"/>
            <a:ext cx="1232538" cy="1643384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727952" y="729827"/>
            <a:ext cx="1232538" cy="1643384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’image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57698" y="3646649"/>
            <a:ext cx="1232538" cy="1643384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8" name="Espace réservé d’image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727952" y="3646649"/>
            <a:ext cx="1232538" cy="1643384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2078" y="2823837"/>
            <a:ext cx="1888204" cy="484146"/>
          </a:xfrm>
        </p:spPr>
        <p:txBody>
          <a:bodyPr lIns="0" rtlCol="0">
            <a:noAutofit/>
          </a:bodyPr>
          <a:lstStyle>
            <a:lvl1pPr marL="0" indent="0" algn="ctr"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2078" y="2419512"/>
            <a:ext cx="1888204" cy="382749"/>
          </a:xfrm>
        </p:spPr>
        <p:txBody>
          <a:bodyPr lIns="0" rtlCol="0" anchor="b">
            <a:noAutofit/>
          </a:bodyPr>
          <a:lstStyle>
            <a:lvl1pPr marL="0" indent="0" algn="ctr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AJOUTER UN NOM ICI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8717" y="2823837"/>
            <a:ext cx="1888204" cy="484146"/>
          </a:xfrm>
        </p:spPr>
        <p:txBody>
          <a:bodyPr lIns="0" rtlCol="0">
            <a:noAutofit/>
          </a:bodyPr>
          <a:lstStyle>
            <a:lvl1pPr marL="0" indent="0" algn="ctr"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08717" y="2419512"/>
            <a:ext cx="1888204" cy="382749"/>
          </a:xfrm>
        </p:spPr>
        <p:txBody>
          <a:bodyPr lIns="0" rtlCol="0" anchor="b">
            <a:noAutofit/>
          </a:bodyPr>
          <a:lstStyle>
            <a:lvl1pPr marL="0" indent="0" algn="ctr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AJOUTER UN NOM ICI</a:t>
            </a:r>
          </a:p>
        </p:txBody>
      </p:sp>
      <p:sp>
        <p:nvSpPr>
          <p:cNvPr id="17" name="Espace réservé du texte 6">
            <a:extLst>
              <a:ext uri="{FF2B5EF4-FFF2-40B4-BE49-F238E27FC236}">
                <a16:creationId xmlns:a16="http://schemas.microsoft.com/office/drawing/2014/main" id="{5A499762-AEDB-43BC-89CC-CC0602BEAF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32078" y="5740657"/>
            <a:ext cx="1888204" cy="484146"/>
          </a:xfrm>
        </p:spPr>
        <p:txBody>
          <a:bodyPr lIns="0" rtlCol="0">
            <a:noAutofit/>
          </a:bodyPr>
          <a:lstStyle>
            <a:lvl1pPr marL="0" indent="0" algn="ctr"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8" name="Espace réservé du texte 6">
            <a:extLst>
              <a:ext uri="{FF2B5EF4-FFF2-40B4-BE49-F238E27FC236}">
                <a16:creationId xmlns:a16="http://schemas.microsoft.com/office/drawing/2014/main" id="{880EDD7E-326D-47DC-B58D-88ECE1D00F9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32078" y="5336332"/>
            <a:ext cx="1888204" cy="382749"/>
          </a:xfrm>
        </p:spPr>
        <p:txBody>
          <a:bodyPr lIns="0" rtlCol="0" anchor="b">
            <a:noAutofit/>
          </a:bodyPr>
          <a:lstStyle>
            <a:lvl1pPr marL="0" indent="0" algn="ctr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AJOUTER UN NOM ICI</a:t>
            </a:r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DB92C933-F978-486C-A305-0BAC73E0F15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08717" y="5740657"/>
            <a:ext cx="1888204" cy="484146"/>
          </a:xfrm>
        </p:spPr>
        <p:txBody>
          <a:bodyPr lIns="0" rtlCol="0">
            <a:noAutofit/>
          </a:bodyPr>
          <a:lstStyle>
            <a:lvl1pPr marL="0" indent="0" algn="ctr"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B18BFAE0-942E-42DB-BD07-596D50E07E3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08717" y="5336332"/>
            <a:ext cx="1888204" cy="382749"/>
          </a:xfrm>
        </p:spPr>
        <p:txBody>
          <a:bodyPr lIns="0" rtlCol="0" anchor="b">
            <a:noAutofit/>
          </a:bodyPr>
          <a:lstStyle>
            <a:lvl1pPr marL="0" indent="0" algn="ctr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AJOUTER UN NOM ICI</a:t>
            </a:r>
          </a:p>
        </p:txBody>
      </p:sp>
      <p:sp>
        <p:nvSpPr>
          <p:cNvPr id="16" name="Forme 62">
            <a:extLst>
              <a:ext uri="{FF2B5EF4-FFF2-40B4-BE49-F238E27FC236}">
                <a16:creationId xmlns:a16="http://schemas.microsoft.com/office/drawing/2014/main" id="{E2A7A773-8673-42D6-B565-4013CBE76BBD}"/>
              </a:ext>
            </a:extLst>
          </p:cNvPr>
          <p:cNvSpPr/>
          <p:nvPr userDrawn="1"/>
        </p:nvSpPr>
        <p:spPr>
          <a:xfrm rot="16200000" flipV="1">
            <a:off x="723866" y="56380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6877645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e 2">
            <a:extLst>
              <a:ext uri="{FF2B5EF4-FFF2-40B4-BE49-F238E27FC236}">
                <a16:creationId xmlns:a16="http://schemas.microsoft.com/office/drawing/2014/main" id="{EE8D18BE-27C3-4048-91A7-DD0F0F8D0861}"/>
              </a:ext>
            </a:extLst>
          </p:cNvPr>
          <p:cNvSpPr/>
          <p:nvPr userDrawn="1"/>
        </p:nvSpPr>
        <p:spPr>
          <a:xfrm>
            <a:off x="3142698" y="2280735"/>
            <a:ext cx="1406153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>
              <a:latin typeface="+mn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166" y="616350"/>
            <a:ext cx="5983670" cy="1062602"/>
          </a:xfrm>
        </p:spPr>
        <p:txBody>
          <a:bodyPr lIns="0" rtlCol="0"/>
          <a:lstStyle>
            <a:lvl1pPr algn="ct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29505" y="2385012"/>
            <a:ext cx="1232538" cy="1643384"/>
          </a:xfrm>
          <a:prstGeom prst="ellipse">
            <a:avLst/>
          </a:prstGeom>
        </p:spPr>
        <p:txBody>
          <a:bodyPr rtlCol="0">
            <a:norm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705279" y="2385012"/>
            <a:ext cx="1232538" cy="1643384"/>
          </a:xfrm>
          <a:prstGeom prst="ellipse">
            <a:avLst/>
          </a:prstGeom>
        </p:spPr>
        <p:txBody>
          <a:bodyPr rtlCol="0">
            <a:norm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’image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229505" y="4352707"/>
            <a:ext cx="1232538" cy="1643384"/>
          </a:xfrm>
          <a:prstGeom prst="ellipse">
            <a:avLst/>
          </a:prstGeom>
        </p:spPr>
        <p:txBody>
          <a:bodyPr rtlCol="0">
            <a:norm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8" name="Espace réservé d’image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705279" y="4352707"/>
            <a:ext cx="1232538" cy="1643384"/>
          </a:xfrm>
          <a:prstGeom prst="ellipse">
            <a:avLst/>
          </a:prstGeom>
        </p:spPr>
        <p:txBody>
          <a:bodyPr rtlCol="0">
            <a:normAutofit/>
          </a:bodyPr>
          <a:lstStyle>
            <a:lvl1pPr algn="ctr">
              <a:defRPr sz="1200">
                <a:latin typeface="+mn-lt"/>
              </a:defRPr>
            </a:lvl1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28549" y="3168715"/>
            <a:ext cx="1888204" cy="484146"/>
          </a:xfrm>
        </p:spPr>
        <p:txBody>
          <a:bodyPr lIns="0" rtlCol="0">
            <a:noAutofit/>
          </a:bodyPr>
          <a:lstStyle>
            <a:lvl1pPr marL="0" indent="0" algn="r"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0" name="Espace réservé du texte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8549" y="2764390"/>
            <a:ext cx="1888204" cy="382749"/>
          </a:xfrm>
        </p:spPr>
        <p:txBody>
          <a:bodyPr lIns="0" rtlCol="0" anchor="b">
            <a:noAutofit/>
          </a:bodyPr>
          <a:lstStyle>
            <a:lvl1pPr marL="0" indent="0" algn="r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AJOUTER UN NOM ICI</a:t>
            </a:r>
          </a:p>
        </p:txBody>
      </p:sp>
      <p:sp>
        <p:nvSpPr>
          <p:cNvPr id="11" name="Espace réservé du texte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1053" y="3168715"/>
            <a:ext cx="1888204" cy="484146"/>
          </a:xfrm>
        </p:spPr>
        <p:txBody>
          <a:bodyPr lIns="0" rtlCol="0">
            <a:noAutofit/>
          </a:bodyPr>
          <a:lstStyle>
            <a:lvl1pPr marL="0" indent="0" algn="l"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81053" y="2764390"/>
            <a:ext cx="1888204" cy="382749"/>
          </a:xfrm>
        </p:spPr>
        <p:txBody>
          <a:bodyPr lIns="0" rtlCol="0" anchor="b">
            <a:noAutofit/>
          </a:bodyPr>
          <a:lstStyle>
            <a:lvl1pPr marL="0" indent="0" algn="l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AJOUTER UN NOM ICI</a:t>
            </a:r>
          </a:p>
        </p:txBody>
      </p:sp>
      <p:sp>
        <p:nvSpPr>
          <p:cNvPr id="13" name="Espace réservé du texte 6">
            <a:extLst>
              <a:ext uri="{FF2B5EF4-FFF2-40B4-BE49-F238E27FC236}">
                <a16:creationId xmlns:a16="http://schemas.microsoft.com/office/drawing/2014/main" id="{3B9FAC90-EA8D-4C0E-A0D1-0D252B50A12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8549" y="5167572"/>
            <a:ext cx="1888204" cy="484146"/>
          </a:xfrm>
        </p:spPr>
        <p:txBody>
          <a:bodyPr lIns="0" rtlCol="0">
            <a:noAutofit/>
          </a:bodyPr>
          <a:lstStyle>
            <a:lvl1pPr marL="0" indent="0" algn="r"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4" name="Espace réservé du texte 6">
            <a:extLst>
              <a:ext uri="{FF2B5EF4-FFF2-40B4-BE49-F238E27FC236}">
                <a16:creationId xmlns:a16="http://schemas.microsoft.com/office/drawing/2014/main" id="{5556F808-0B84-4923-9C86-83F13CFAB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28549" y="4763247"/>
            <a:ext cx="1888204" cy="382749"/>
          </a:xfrm>
        </p:spPr>
        <p:txBody>
          <a:bodyPr lIns="0" rtlCol="0" anchor="b">
            <a:noAutofit/>
          </a:bodyPr>
          <a:lstStyle>
            <a:lvl1pPr marL="0" indent="0" algn="r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AJOUTER UN NOM ICI</a:t>
            </a:r>
          </a:p>
        </p:txBody>
      </p:sp>
      <p:sp>
        <p:nvSpPr>
          <p:cNvPr id="15" name="Espace réservé du texte 6">
            <a:extLst>
              <a:ext uri="{FF2B5EF4-FFF2-40B4-BE49-F238E27FC236}">
                <a16:creationId xmlns:a16="http://schemas.microsoft.com/office/drawing/2014/main" id="{6D49870F-68D7-4CDC-8F2A-696151FA2B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81053" y="5167572"/>
            <a:ext cx="1888204" cy="484146"/>
          </a:xfrm>
        </p:spPr>
        <p:txBody>
          <a:bodyPr lIns="0" rtlCol="0">
            <a:noAutofit/>
          </a:bodyPr>
          <a:lstStyle>
            <a:lvl1pPr marL="0" indent="0" algn="l">
              <a:buNone/>
              <a:defRPr sz="1050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530C251D-6B9A-485B-A02D-AAF34ECA7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1053" y="4763247"/>
            <a:ext cx="1888204" cy="382749"/>
          </a:xfrm>
        </p:spPr>
        <p:txBody>
          <a:bodyPr lIns="0" rtlCol="0" anchor="b">
            <a:noAutofit/>
          </a:bodyPr>
          <a:lstStyle>
            <a:lvl1pPr marL="0" indent="0" algn="l">
              <a:buNone/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 lvl="0" rtl="0"/>
            <a:r>
              <a:rPr lang="fr-FR" noProof="0"/>
              <a:t>AJOUTER UN NOM ICI</a:t>
            </a: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EC623159-5A5F-49ED-8FE8-D17FB82C8BB9}"/>
              </a:ext>
            </a:extLst>
          </p:cNvPr>
          <p:cNvSpPr/>
          <p:nvPr userDrawn="1"/>
        </p:nvSpPr>
        <p:spPr>
          <a:xfrm>
            <a:off x="4618470" y="2280735"/>
            <a:ext cx="1406153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>
              <a:latin typeface="+mn-lt"/>
            </a:endParaRP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83F630FE-FEDE-4DCF-98BE-57FA329D971D}"/>
              </a:ext>
            </a:extLst>
          </p:cNvPr>
          <p:cNvSpPr/>
          <p:nvPr userDrawn="1"/>
        </p:nvSpPr>
        <p:spPr>
          <a:xfrm>
            <a:off x="3142698" y="4236857"/>
            <a:ext cx="1406153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>
              <a:latin typeface="+mn-lt"/>
            </a:endParaRPr>
          </a:p>
        </p:txBody>
      </p:sp>
      <p:sp>
        <p:nvSpPr>
          <p:cNvPr id="19" name="Ovale 18">
            <a:extLst>
              <a:ext uri="{FF2B5EF4-FFF2-40B4-BE49-F238E27FC236}">
                <a16:creationId xmlns:a16="http://schemas.microsoft.com/office/drawing/2014/main" id="{5CEE0F46-6DA2-40B8-B7F9-015FA8D24163}"/>
              </a:ext>
            </a:extLst>
          </p:cNvPr>
          <p:cNvSpPr/>
          <p:nvPr userDrawn="1"/>
        </p:nvSpPr>
        <p:spPr>
          <a:xfrm>
            <a:off x="4618470" y="4236857"/>
            <a:ext cx="1406153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1750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385" y="687573"/>
            <a:ext cx="3575447" cy="1342045"/>
          </a:xfrm>
        </p:spPr>
        <p:txBody>
          <a:bodyPr lIns="0" rtlCol="0" anchor="b">
            <a:normAutofit/>
          </a:bodyPr>
          <a:lstStyle>
            <a:lvl1pPr algn="r"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Cliquez pour ajouter </a:t>
            </a:r>
            <a:br>
              <a:rPr lang="fr-FR" noProof="0"/>
            </a:br>
            <a:r>
              <a:rPr lang="fr-FR" noProof="0"/>
              <a:t>Titre de la diapositive ici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61565" y="687573"/>
            <a:ext cx="4028055" cy="1342044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1pPr>
            <a:lvl2pPr marL="342900" indent="0">
              <a:lnSpc>
                <a:spcPct val="100000"/>
              </a:lnSpc>
              <a:buNone/>
              <a:defRPr sz="825" spc="0">
                <a:solidFill>
                  <a:schemeClr val="tx2"/>
                </a:solidFill>
              </a:defRPr>
            </a:lvl2pPr>
            <a:lvl3pPr marL="685800" indent="0">
              <a:lnSpc>
                <a:spcPct val="100000"/>
              </a:lnSpc>
              <a:buNone/>
              <a:defRPr sz="788" spc="0">
                <a:solidFill>
                  <a:schemeClr val="tx2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750" spc="0">
                <a:solidFill>
                  <a:schemeClr val="tx2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750" spc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" name="Espace réservé au graphique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28650" y="2392681"/>
            <a:ext cx="8039882" cy="4167505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 graphique</a:t>
            </a:r>
          </a:p>
        </p:txBody>
      </p:sp>
    </p:spTree>
    <p:extLst>
      <p:ext uri="{BB962C8B-B14F-4D97-AF65-F5344CB8AC3E}">
        <p14:creationId xmlns:p14="http://schemas.microsoft.com/office/powerpoint/2010/main" val="7445607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385" y="687573"/>
            <a:ext cx="3575447" cy="1342045"/>
          </a:xfrm>
        </p:spPr>
        <p:txBody>
          <a:bodyPr lIns="0" rtlCol="0" anchor="b">
            <a:normAutofit/>
          </a:bodyPr>
          <a:lstStyle>
            <a:lvl1pPr algn="r"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Cliquez pour ajouter </a:t>
            </a:r>
            <a:br>
              <a:rPr lang="fr-FR" noProof="0"/>
            </a:br>
            <a:r>
              <a:rPr lang="fr-FR" noProof="0"/>
              <a:t>Titre de la diapositive ici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61565" y="687573"/>
            <a:ext cx="4028055" cy="1342044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1pPr>
            <a:lvl2pPr marL="342900" indent="0">
              <a:lnSpc>
                <a:spcPct val="100000"/>
              </a:lnSpc>
              <a:buNone/>
              <a:defRPr sz="825" spc="0">
                <a:solidFill>
                  <a:schemeClr val="tx2"/>
                </a:solidFill>
              </a:defRPr>
            </a:lvl2pPr>
            <a:lvl3pPr marL="685800" indent="0">
              <a:lnSpc>
                <a:spcPct val="100000"/>
              </a:lnSpc>
              <a:buNone/>
              <a:defRPr sz="788" spc="0">
                <a:solidFill>
                  <a:schemeClr val="tx2"/>
                </a:solidFill>
              </a:defRPr>
            </a:lvl3pPr>
            <a:lvl4pPr marL="1028700" indent="0">
              <a:lnSpc>
                <a:spcPct val="100000"/>
              </a:lnSpc>
              <a:buNone/>
              <a:defRPr sz="750" spc="0">
                <a:solidFill>
                  <a:schemeClr val="tx2"/>
                </a:solidFill>
              </a:defRPr>
            </a:lvl4pPr>
            <a:lvl5pPr marL="1371600" indent="0">
              <a:lnSpc>
                <a:spcPct val="100000"/>
              </a:lnSpc>
              <a:buNone/>
              <a:defRPr sz="750" spc="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Modifiez les styles du texte</a:t>
            </a:r>
          </a:p>
        </p:txBody>
      </p:sp>
      <p:sp>
        <p:nvSpPr>
          <p:cNvPr id="3" name="Espace réservé au graphique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361565" y="2392681"/>
            <a:ext cx="4306967" cy="4023995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 graphique</a:t>
            </a:r>
          </a:p>
        </p:txBody>
      </p:sp>
      <p:sp>
        <p:nvSpPr>
          <p:cNvPr id="4" name="Espace réservé d’image 3">
            <a:extLst>
              <a:ext uri="{FF2B5EF4-FFF2-40B4-BE49-F238E27FC236}">
                <a16:creationId xmlns:a16="http://schemas.microsoft.com/office/drawing/2014/main" id="{C9E9201F-1E54-4CE0-974D-2A45F04F48B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8650" y="2392046"/>
            <a:ext cx="3582591" cy="4023995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6985145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775" y="289560"/>
            <a:ext cx="8172450" cy="893218"/>
          </a:xfrm>
        </p:spPr>
        <p:txBody>
          <a:bodyPr rtlCol="0" anchor="b"/>
          <a:lstStyle>
            <a:lvl1pPr algn="ctr">
              <a:defRPr>
                <a:latin typeface="+mj-lt"/>
              </a:defRPr>
            </a:lvl1pPr>
          </a:lstStyle>
          <a:p>
            <a:pPr rtl="0"/>
            <a:r>
              <a:rPr lang="fr-FR" noProof="0"/>
              <a:t>CLIQUEZ POUR MODIFIER LE STYLE DU TITRE DE MASQUE</a:t>
            </a:r>
          </a:p>
        </p:txBody>
      </p:sp>
      <p:sp>
        <p:nvSpPr>
          <p:cNvPr id="11" name="Espace réservé du texte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5775" y="1097364"/>
            <a:ext cx="8172450" cy="60288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050" spc="225">
                <a:solidFill>
                  <a:schemeClr val="tx2"/>
                </a:solidFill>
              </a:defRPr>
            </a:lvl1pPr>
            <a:lvl2pPr>
              <a:defRPr sz="825">
                <a:solidFill>
                  <a:schemeClr val="tx2"/>
                </a:solidFill>
              </a:defRPr>
            </a:lvl2pPr>
            <a:lvl3pPr>
              <a:defRPr sz="788">
                <a:solidFill>
                  <a:schemeClr val="tx2"/>
                </a:solidFill>
              </a:defRPr>
            </a:lvl3pPr>
            <a:lvl4pPr>
              <a:defRPr sz="750">
                <a:solidFill>
                  <a:schemeClr val="tx2"/>
                </a:solidFill>
              </a:defRPr>
            </a:lvl4pPr>
            <a:lvl5pPr>
              <a:defRPr sz="75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fr-FR" noProof="0"/>
              <a:t>SOUS-TITRE ICI</a:t>
            </a:r>
          </a:p>
        </p:txBody>
      </p:sp>
      <p:sp>
        <p:nvSpPr>
          <p:cNvPr id="4" name="Espace réservé du tableau 3">
            <a:extLst>
              <a:ext uri="{FF2B5EF4-FFF2-40B4-BE49-F238E27FC236}">
                <a16:creationId xmlns:a16="http://schemas.microsoft.com/office/drawing/2014/main" id="{EC1740A4-BBA1-4296-9738-ADD3B80B243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85775" y="1806575"/>
            <a:ext cx="8172450" cy="4578350"/>
          </a:xfrm>
        </p:spPr>
        <p:txBody>
          <a:bodyPr rtlCol="0"/>
          <a:lstStyle/>
          <a:p>
            <a:pPr rtl="0"/>
            <a:r>
              <a:rPr lang="fr-FR" noProof="0"/>
              <a:t>Cliquez sur l’icône pour ajouter un tableau</a:t>
            </a:r>
          </a:p>
        </p:txBody>
      </p:sp>
    </p:spTree>
    <p:extLst>
      <p:ext uri="{BB962C8B-B14F-4D97-AF65-F5344CB8AC3E}">
        <p14:creationId xmlns:p14="http://schemas.microsoft.com/office/powerpoint/2010/main" val="8508298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723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4" name="Espace réservé d’image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27447" y="260350"/>
            <a:ext cx="3369469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35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879307" y="260350"/>
            <a:ext cx="3039666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35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7" name="Espace réservé d’image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879307" y="4165600"/>
            <a:ext cx="3039666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350"/>
            </a:lvl1pPr>
          </a:lstStyle>
          <a:p>
            <a:pPr marL="0" lvl="0" indent="0" algn="ctr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21" y="524172"/>
            <a:ext cx="1933574" cy="2508588"/>
          </a:xfrm>
        </p:spPr>
        <p:txBody>
          <a:bodyPr lIns="0" rtlCol="0" anchor="t">
            <a:normAutofit/>
          </a:bodyPr>
          <a:lstStyle>
            <a:lvl1pPr algn="l">
              <a:defRPr sz="3000">
                <a:latin typeface="+mj-lt"/>
              </a:defRPr>
            </a:lvl1pPr>
          </a:lstStyle>
          <a:p>
            <a:pPr rtl="0"/>
            <a:r>
              <a:rPr lang="fr-FR" noProof="0"/>
              <a:t>Cliquez pour ajouter </a:t>
            </a:r>
            <a:br>
              <a:rPr lang="fr-FR" noProof="0"/>
            </a:br>
            <a:r>
              <a:rPr lang="fr-FR" noProof="0"/>
              <a:t>Titre de la diapositive ici</a:t>
            </a:r>
          </a:p>
        </p:txBody>
      </p:sp>
      <p:sp>
        <p:nvSpPr>
          <p:cNvPr id="9" name="Forme 62">
            <a:extLst>
              <a:ext uri="{FF2B5EF4-FFF2-40B4-BE49-F238E27FC236}">
                <a16:creationId xmlns:a16="http://schemas.microsoft.com/office/drawing/2014/main" id="{77A2F74A-3B1A-417B-8998-62F0E7EF0E74}"/>
              </a:ext>
            </a:extLst>
          </p:cNvPr>
          <p:cNvSpPr/>
          <p:nvPr userDrawn="1"/>
        </p:nvSpPr>
        <p:spPr>
          <a:xfrm rot="16200000" flipV="1">
            <a:off x="723866" y="-461781"/>
            <a:ext cx="0" cy="1447733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4288" tIns="14288" rIns="14288" bIns="14288" rtlCol="0" anchor="ctr"/>
          <a:lstStyle/>
          <a:p>
            <a:pPr algn="ctr" rtl="0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fr-FR" sz="1125" noProof="0"/>
          </a:p>
        </p:txBody>
      </p:sp>
    </p:spTree>
    <p:extLst>
      <p:ext uri="{BB962C8B-B14F-4D97-AF65-F5344CB8AC3E}">
        <p14:creationId xmlns:p14="http://schemas.microsoft.com/office/powerpoint/2010/main" val="12529377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’image 4">
            <a:extLst>
              <a:ext uri="{FF2B5EF4-FFF2-40B4-BE49-F238E27FC236}">
                <a16:creationId xmlns:a16="http://schemas.microsoft.com/office/drawing/2014/main" id="{AC817481-FC70-46B9-B779-4E5C04778C8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59544" y="198755"/>
            <a:ext cx="2892029" cy="4235450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’image 4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234214" y="198755"/>
            <a:ext cx="5738336" cy="4235450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00DB6AEA-811C-4554-97AF-7D4F2639BDC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60021" y="4648201"/>
            <a:ext cx="5738337" cy="2011679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6" name="Espace réservé d’image 4">
            <a:extLst>
              <a:ext uri="{FF2B5EF4-FFF2-40B4-BE49-F238E27FC236}">
                <a16:creationId xmlns:a16="http://schemas.microsoft.com/office/drawing/2014/main" id="{75694821-2A94-40B8-8AAD-3E3762AFD38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2190" y="4648201"/>
            <a:ext cx="2891791" cy="2011679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fr-FR" noProof="0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5322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1F0FA98-2EE8-734A-95BB-A4637DCAD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652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/>
              <a:t>D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55A45B-F495-F641-AA7A-36292C3CC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5527" y="1825625"/>
            <a:ext cx="8756073" cy="4530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 err="1"/>
              <a:t>HDeuxième</a:t>
            </a:r>
            <a:r>
              <a:rPr lang="fr-FR" noProof="0" dirty="0"/>
              <a:t>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227B26-65C5-5A4B-AAEC-70B3B5201C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45333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 dirty="0"/>
              <a:t>NJM Conseil- www.njm-conseil.fr</a:t>
            </a:r>
          </a:p>
        </p:txBody>
      </p:sp>
    </p:spTree>
    <p:extLst>
      <p:ext uri="{BB962C8B-B14F-4D97-AF65-F5344CB8AC3E}">
        <p14:creationId xmlns:p14="http://schemas.microsoft.com/office/powerpoint/2010/main" val="405073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735" r:id="rId2"/>
    <p:sldLayoutId id="2147483689" r:id="rId3"/>
    <p:sldLayoutId id="2147483684" r:id="rId4"/>
    <p:sldLayoutId id="2147483651" r:id="rId5"/>
    <p:sldLayoutId id="2147483685" r:id="rId6"/>
    <p:sldLayoutId id="2147483674" r:id="rId7"/>
    <p:sldLayoutId id="2147483690" r:id="rId8"/>
    <p:sldLayoutId id="2147483694" r:id="rId9"/>
    <p:sldLayoutId id="2147483693" r:id="rId10"/>
    <p:sldLayoutId id="2147483686" r:id="rId11"/>
    <p:sldLayoutId id="2147483703" r:id="rId12"/>
    <p:sldLayoutId id="2147483709" r:id="rId13"/>
    <p:sldLayoutId id="2147483710" r:id="rId14"/>
    <p:sldLayoutId id="2147483711" r:id="rId15"/>
    <p:sldLayoutId id="2147483712" r:id="rId16"/>
    <p:sldLayoutId id="2147483704" r:id="rId17"/>
    <p:sldLayoutId id="2147483702" r:id="rId18"/>
    <p:sldLayoutId id="2147483713" r:id="rId19"/>
    <p:sldLayoutId id="2147483714" r:id="rId20"/>
    <p:sldLayoutId id="2147483715" r:id="rId21"/>
    <p:sldLayoutId id="2147483695" r:id="rId22"/>
    <p:sldLayoutId id="2147483730" r:id="rId23"/>
    <p:sldLayoutId id="2147483698" r:id="rId24"/>
    <p:sldLayoutId id="2147483731" r:id="rId25"/>
    <p:sldLayoutId id="2147483699" r:id="rId26"/>
    <p:sldLayoutId id="2147483732" r:id="rId27"/>
    <p:sldLayoutId id="2147483700" r:id="rId28"/>
    <p:sldLayoutId id="2147483733" r:id="rId29"/>
    <p:sldLayoutId id="2147483701" r:id="rId30"/>
    <p:sldLayoutId id="2147483734" r:id="rId31"/>
    <p:sldLayoutId id="2147483696" r:id="rId32"/>
    <p:sldLayoutId id="2147483705" r:id="rId33"/>
    <p:sldLayoutId id="2147483706" r:id="rId34"/>
    <p:sldLayoutId id="2147483707" r:id="rId35"/>
    <p:sldLayoutId id="2147483708" r:id="rId36"/>
    <p:sldLayoutId id="2147483687" r:id="rId37"/>
    <p:sldLayoutId id="2147483719" r:id="rId38"/>
    <p:sldLayoutId id="2147483720" r:id="rId39"/>
    <p:sldLayoutId id="2147483718" r:id="rId40"/>
    <p:sldLayoutId id="2147483721" r:id="rId41"/>
    <p:sldLayoutId id="2147483716" r:id="rId42"/>
    <p:sldLayoutId id="2147483722" r:id="rId43"/>
    <p:sldLayoutId id="2147483723" r:id="rId44"/>
    <p:sldLayoutId id="2147483725" r:id="rId45"/>
    <p:sldLayoutId id="2147483726" r:id="rId46"/>
    <p:sldLayoutId id="2147483675" r:id="rId47"/>
    <p:sldLayoutId id="2147483677" r:id="rId48"/>
    <p:sldLayoutId id="2147483729" r:id="rId49"/>
    <p:sldLayoutId id="2147483728" r:id="rId5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 spc="-113" baseline="0">
          <a:solidFill>
            <a:srgbClr val="E95D0F"/>
          </a:solidFill>
          <a:latin typeface="Arial" panose="020B0604020202020204" pitchFamily="34" charset="0"/>
          <a:ea typeface="+mj-ea"/>
          <a:cs typeface="Gill Sans" panose="020B0502020104020203" pitchFamily="34" charset="-79"/>
        </a:defRPr>
      </a:lvl1pPr>
    </p:titleStyle>
    <p:bodyStyle>
      <a:lvl1pPr marL="285750" indent="-285750" algn="l" defTabSz="685800" rtl="0" eaLnBrk="1" latinLnBrk="0" hangingPunct="1">
        <a:lnSpc>
          <a:spcPct val="90000"/>
        </a:lnSpc>
        <a:spcBef>
          <a:spcPts val="750"/>
        </a:spcBef>
        <a:buClr>
          <a:srgbClr val="E95D0F"/>
        </a:buClr>
        <a:buFont typeface="Wingdings" panose="05000000000000000000" pitchFamily="2" charset="2"/>
        <a:buChar char="Ø"/>
        <a:defRPr sz="2000" b="1" i="0" kern="1200" baseline="0">
          <a:solidFill>
            <a:srgbClr val="E95D0F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8650" indent="-285750" algn="l" defTabSz="685800" rtl="0" eaLnBrk="1" latinLnBrk="0" hangingPunct="1">
        <a:lnSpc>
          <a:spcPct val="90000"/>
        </a:lnSpc>
        <a:spcBef>
          <a:spcPts val="375"/>
        </a:spcBef>
        <a:buClr>
          <a:srgbClr val="E2007A"/>
        </a:buClr>
        <a:buFont typeface="Arial" panose="020B0604020202020204" pitchFamily="34" charset="0"/>
        <a:buChar char="•"/>
        <a:defRPr sz="1600" b="0" i="0" kern="1200" baseline="0">
          <a:solidFill>
            <a:srgbClr val="E2007A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6">
          <p15:clr>
            <a:srgbClr val="F26B43"/>
          </p15:clr>
        </p15:guide>
        <p15:guide id="2" orient="horz" pos="404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hyperlink" Target="https://www.publicdomainpictures.net/view-image.php?image=75545&amp;picture=pen-and-notebook-black-and-white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s://www.publicdomainpictures.net/view-image.php?image=75545&amp;picture=pen-and-notebook-black-and-white" TargetMode="External"/><Relationship Id="rId7" Type="http://schemas.openxmlformats.org/officeDocument/2006/relationships/image" Target="../media/image9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publicdomainpictures.net/view-image.php?image=75545&amp;picture=pen-and-notebook-black-and-white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75545&amp;picture=pen-and-notebook-black-and-white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801ABD-7339-4C70-82A3-696BE8EF1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99" y="2359066"/>
            <a:ext cx="6755907" cy="1117940"/>
          </a:xfrm>
        </p:spPr>
        <p:txBody>
          <a:bodyPr rtlCol="0"/>
          <a:lstStyle/>
          <a:p>
            <a:pPr rtl="0"/>
            <a:r>
              <a:rPr lang="fr-FR" dirty="0">
                <a:latin typeface="+mn-lt"/>
              </a:rPr>
              <a:t>ETAPES DE LA VENTE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49EBC96-F2B6-43D3-A761-898E1D269B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1259" y="3703093"/>
            <a:ext cx="5439378" cy="338549"/>
          </a:xfrm>
        </p:spPr>
        <p:txBody>
          <a:bodyPr rtlCol="0">
            <a:normAutofit fontScale="77500" lnSpcReduction="20000"/>
          </a:bodyPr>
          <a:lstStyle/>
          <a:p>
            <a:pPr rtl="0"/>
            <a:r>
              <a:rPr lang="fr-FR" sz="1400" dirty="0">
                <a:latin typeface="Arial" panose="020B0604020202020204" pitchFamily="34" charset="0"/>
              </a:rPr>
              <a:t>Quand l’aspect technique ne prend pas toute la place</a:t>
            </a:r>
          </a:p>
          <a:p>
            <a:pPr rtl="0"/>
            <a:endParaRPr lang="fr-FR" dirty="0"/>
          </a:p>
        </p:txBody>
      </p:sp>
      <p:pic>
        <p:nvPicPr>
          <p:cNvPr id="13" name="Espace réservé d’image 5">
            <a:extLst>
              <a:ext uri="{FF2B5EF4-FFF2-40B4-BE49-F238E27FC236}">
                <a16:creationId xmlns:a16="http://schemas.microsoft.com/office/drawing/2014/main" id="{002497D9-8F14-40C3-90A2-8264564E1F9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845" b="7845"/>
          <a:stretch/>
        </p:blipFill>
        <p:spPr>
          <a:xfrm>
            <a:off x="0" y="857250"/>
            <a:ext cx="9144000" cy="5143500"/>
          </a:xfrm>
        </p:spPr>
      </p:pic>
      <p:pic>
        <p:nvPicPr>
          <p:cNvPr id="4" name="Image 3" descr="Une image contenant texte, clipart&#10;&#10;Description générée automatiquement">
            <a:extLst>
              <a:ext uri="{FF2B5EF4-FFF2-40B4-BE49-F238E27FC236}">
                <a16:creationId xmlns:a16="http://schemas.microsoft.com/office/drawing/2014/main" id="{75E617D3-B25D-4EE2-A966-4C59EA729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082507"/>
            <a:ext cx="1447060" cy="77684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E8E78F03-117E-47D0-BFBD-B22DCC5C5B9F}"/>
              </a:ext>
            </a:extLst>
          </p:cNvPr>
          <p:cNvSpPr txBox="1"/>
          <p:nvPr/>
        </p:nvSpPr>
        <p:spPr>
          <a:xfrm>
            <a:off x="1732173" y="6178360"/>
            <a:ext cx="2466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chemeClr val="bg1"/>
                </a:solidFill>
              </a:rPr>
              <a:t>Nathalie JOULIE MORAND</a:t>
            </a:r>
          </a:p>
          <a:p>
            <a:r>
              <a:rPr lang="fr-FR" sz="1400" b="1" dirty="0">
                <a:solidFill>
                  <a:schemeClr val="bg1"/>
                </a:solidFill>
              </a:rPr>
              <a:t>www.njm-conseil.fr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47EA5A-3580-C9E3-E358-D5FC2D8A3B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666" y="6088530"/>
            <a:ext cx="3046171" cy="76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656135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0BDAD-52E0-4D2F-8F10-48E1B2FC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11" y="405975"/>
            <a:ext cx="3506678" cy="1325563"/>
          </a:xfrm>
        </p:spPr>
        <p:txBody>
          <a:bodyPr>
            <a:noAutofit/>
          </a:bodyPr>
          <a:lstStyle/>
          <a:p>
            <a:r>
              <a:rPr lang="fr-FR" sz="3600" dirty="0">
                <a:latin typeface="+mn-lt"/>
              </a:rPr>
              <a:t>Objectifs pédagogiques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290" r="24290"/>
          <a:stretch/>
        </p:blipFill>
        <p:spPr>
          <a:xfrm>
            <a:off x="239151" y="2540000"/>
            <a:ext cx="2587625" cy="3357563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9298" y="2540000"/>
            <a:ext cx="5739277" cy="3357563"/>
          </a:xfrm>
        </p:spPr>
        <p:txBody>
          <a:bodyPr>
            <a:normAutofit/>
          </a:bodyPr>
          <a:lstStyle/>
          <a:p>
            <a:r>
              <a:rPr lang="fr-FR" sz="2800" dirty="0"/>
              <a:t>Être capable de préparer son rendez-vous commercial</a:t>
            </a:r>
          </a:p>
          <a:p>
            <a:r>
              <a:rPr lang="fr-FR" sz="2800" dirty="0"/>
              <a:t>Être capable de découvrir complètement le prospect et ses attentes</a:t>
            </a:r>
          </a:p>
          <a:p>
            <a:r>
              <a:rPr lang="fr-FR" sz="2800" dirty="0"/>
              <a:t>Être capable de répondre à l’objection prix</a:t>
            </a:r>
          </a:p>
          <a:p>
            <a:endParaRPr lang="fr-FR" sz="18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AEBCE6-80AB-4514-AB8D-659ED54BF1BD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2300261766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CC12AB6B-2397-478A-BF32-BF0AFF5D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2" y="4639258"/>
            <a:ext cx="2668190" cy="769144"/>
          </a:xfrm>
        </p:spPr>
        <p:txBody>
          <a:bodyPr rtlCol="0"/>
          <a:lstStyle/>
          <a:p>
            <a:pPr rtl="0"/>
            <a:r>
              <a:rPr lang="fr-FR" sz="3200" dirty="0">
                <a:solidFill>
                  <a:srgbClr val="E95D0F"/>
                </a:solidFill>
                <a:latin typeface="+mn-lt"/>
              </a:rPr>
              <a:t>Sommaire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A50CE80-CA72-48E8-BA6A-98B4A0501A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69574" y="2055335"/>
            <a:ext cx="3220655" cy="1087360"/>
          </a:xfrm>
        </p:spPr>
        <p:txBody>
          <a:bodyPr rtlCol="0">
            <a:noAutofit/>
          </a:bodyPr>
          <a:lstStyle/>
          <a:p>
            <a:pPr rtl="0"/>
            <a:r>
              <a:rPr lang="fr-FR" sz="2400" dirty="0"/>
              <a:t>L’enquête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75BAF650-FD43-47DB-AB10-61E4F4A72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1566" y="3933721"/>
            <a:ext cx="3220655" cy="755650"/>
          </a:xfrm>
        </p:spPr>
        <p:txBody>
          <a:bodyPr rtlCol="0">
            <a:noAutofit/>
          </a:bodyPr>
          <a:lstStyle/>
          <a:p>
            <a:pPr rtl="0"/>
            <a:r>
              <a:rPr lang="fr-FR" sz="2400" dirty="0"/>
              <a:t>La vente</a:t>
            </a:r>
          </a:p>
        </p:txBody>
      </p:sp>
      <p:pic>
        <p:nvPicPr>
          <p:cNvPr id="5" name="Espace réservé d’image 4" descr="Deux personnes assises à une table&#10;&#10;Description générée automatiquement">
            <a:extLst>
              <a:ext uri="{FF2B5EF4-FFF2-40B4-BE49-F238E27FC236}">
                <a16:creationId xmlns:a16="http://schemas.microsoft.com/office/drawing/2014/main" id="{7DE76D96-D2E8-6F4E-BE03-3ADF7B81D9E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19952" r="19952"/>
          <a:stretch>
            <a:fillRect/>
          </a:stretch>
        </p:blipFill>
        <p:spPr/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240C206-DD50-41FD-80BC-B14612B76633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C14F54D7-BF5E-4E71-B564-296328864A56}"/>
              </a:ext>
            </a:extLst>
          </p:cNvPr>
          <p:cNvSpPr txBox="1">
            <a:spLocks/>
          </p:cNvSpPr>
          <p:nvPr/>
        </p:nvSpPr>
        <p:spPr>
          <a:xfrm>
            <a:off x="5669572" y="3051175"/>
            <a:ext cx="3220655" cy="7556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rgbClr val="E95D0F"/>
              </a:buClr>
              <a:buFont typeface="Wingdings" panose="05000000000000000000" pitchFamily="2" charset="2"/>
              <a:buNone/>
              <a:defRPr sz="1050" b="1" i="0" kern="1200" baseline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E2007A"/>
              </a:buClr>
              <a:buFont typeface="Arial" panose="020B0604020202020204" pitchFamily="34" charset="0"/>
              <a:buNone/>
              <a:defRPr sz="1600" b="0" i="0" kern="1200" baseline="0">
                <a:solidFill>
                  <a:srgbClr val="E2007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50" b="0" i="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La conception</a:t>
            </a:r>
          </a:p>
        </p:txBody>
      </p:sp>
    </p:spTree>
    <p:extLst>
      <p:ext uri="{BB962C8B-B14F-4D97-AF65-F5344CB8AC3E}">
        <p14:creationId xmlns:p14="http://schemas.microsoft.com/office/powerpoint/2010/main" val="307395272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73D75BE-E7AD-49A1-A453-D007D958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18" y="829821"/>
            <a:ext cx="6143411" cy="1325563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+mn-lt"/>
              </a:rPr>
              <a:t>Le R1: l’enquête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47FBB8-2A87-4FDD-8742-D0C12871A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7771" y="4454974"/>
            <a:ext cx="1866900" cy="3124200"/>
          </a:xfrm>
        </p:spPr>
        <p:txBody>
          <a:bodyPr rtlCol="0"/>
          <a:lstStyle/>
          <a:p>
            <a:pPr rtl="0"/>
            <a:r>
              <a:rPr lang="fr-FR" dirty="0"/>
              <a:t>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866DA53-4E1E-4066-B8C5-0B21CC172026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95433389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906" r="42906"/>
          <a:stretch/>
        </p:blipFill>
        <p:spPr>
          <a:xfrm>
            <a:off x="239151" y="1308296"/>
            <a:ext cx="1041009" cy="489555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33928" y="1414899"/>
            <a:ext cx="7284647" cy="472255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4800" dirty="0"/>
              <a:t>Préalable:</a:t>
            </a:r>
          </a:p>
          <a:p>
            <a:pPr marL="0" indent="0">
              <a:buNone/>
            </a:pPr>
            <a:r>
              <a:rPr lang="fr-FR" sz="4800" b="0" dirty="0"/>
              <a:t>Vous ne vendez pas le produit que vous avez choisi.</a:t>
            </a:r>
          </a:p>
          <a:p>
            <a:pPr marL="0" indent="0">
              <a:buNone/>
            </a:pPr>
            <a:r>
              <a:rPr lang="fr-FR" sz="4800" b="0" dirty="0"/>
              <a:t>Vous vendez le produit le plus adapté à la demande du client.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971FAB-AC81-4883-B55F-B219FBE98F10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24493838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906" r="42906"/>
          <a:stretch/>
        </p:blipFill>
        <p:spPr>
          <a:xfrm>
            <a:off x="239151" y="1308296"/>
            <a:ext cx="1041009" cy="489555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33928" y="1414899"/>
            <a:ext cx="7284647" cy="40282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4800" b="0" dirty="0"/>
              <a:t>Le R1 sert à verrouiller le R2</a:t>
            </a:r>
          </a:p>
          <a:p>
            <a:pPr marL="0" indent="0">
              <a:buNone/>
            </a:pPr>
            <a:r>
              <a:rPr lang="fr-FR" sz="4800" b="0" dirty="0"/>
              <a:t>Le R1= une enquête complète</a:t>
            </a:r>
          </a:p>
          <a:p>
            <a:pPr marL="0" indent="0">
              <a:buNone/>
            </a:pPr>
            <a:r>
              <a:rPr lang="fr-FR" sz="4800" b="0" dirty="0"/>
              <a:t>Questions ouvertes et questions rebond</a:t>
            </a:r>
          </a:p>
          <a:p>
            <a:endParaRPr lang="fr-FR" sz="4800" b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971FAB-AC81-4883-B55F-B219FBE98F10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2581628851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906" r="42906"/>
          <a:stretch/>
        </p:blipFill>
        <p:spPr>
          <a:xfrm>
            <a:off x="239151" y="1308296"/>
            <a:ext cx="1041009" cy="489555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33928" y="1414899"/>
            <a:ext cx="7284647" cy="47371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/>
              <a:t>Exemple de questions rebonds :</a:t>
            </a:r>
          </a:p>
          <a:p>
            <a:pPr marL="0" indent="0">
              <a:buNone/>
            </a:pPr>
            <a:r>
              <a:rPr lang="fr-FR" sz="2800" b="0" dirty="0"/>
              <a:t>-question 1: « Qu’aimez-vous comme couleur? »</a:t>
            </a:r>
          </a:p>
          <a:p>
            <a:pPr marL="0" indent="0">
              <a:buNone/>
            </a:pPr>
            <a:r>
              <a:rPr lang="fr-FR" sz="2800" b="0" dirty="0"/>
              <a:t>-réponse du client: « le bleu »</a:t>
            </a:r>
          </a:p>
          <a:p>
            <a:pPr marL="0" indent="0">
              <a:buNone/>
            </a:pPr>
            <a:r>
              <a:rPr lang="fr-FR" sz="2800" b="0" dirty="0"/>
              <a:t>-question rebond: « quel type de bleu? »</a:t>
            </a:r>
          </a:p>
          <a:p>
            <a:pPr marL="0" indent="0">
              <a:buNone/>
            </a:pPr>
            <a:r>
              <a:rPr lang="fr-FR" sz="2800" b="0" dirty="0"/>
              <a:t>-réponse du client: « plutôt les bleus pastels »</a:t>
            </a:r>
          </a:p>
          <a:p>
            <a:pPr marL="0" indent="0">
              <a:buNone/>
            </a:pPr>
            <a:r>
              <a:rPr lang="fr-FR" sz="2800" b="0" dirty="0"/>
              <a:t>-question rebond: « quel type précisément de bleu pastel? »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971FAB-AC81-4883-B55F-B219FBE98F10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227921519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906" r="42906"/>
          <a:stretch/>
        </p:blipFill>
        <p:spPr>
          <a:xfrm>
            <a:off x="239151" y="1308296"/>
            <a:ext cx="1041009" cy="489555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33928" y="1414898"/>
            <a:ext cx="7284647" cy="47152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4800" b="0" dirty="0"/>
              <a:t>Objectif du R1 :</a:t>
            </a:r>
          </a:p>
          <a:p>
            <a:pPr marL="0" indent="0">
              <a:buNone/>
            </a:pPr>
            <a:r>
              <a:rPr lang="fr-FR" sz="3600" b="0" dirty="0"/>
              <a:t>Découvrir la logique de pensée du client: quelle est sa grille de lecture?</a:t>
            </a:r>
          </a:p>
          <a:p>
            <a:pPr marL="0" indent="0">
              <a:buNone/>
            </a:pPr>
            <a:endParaRPr lang="fr-FR" sz="3600" b="0" dirty="0"/>
          </a:p>
          <a:p>
            <a:pPr marL="0" indent="0">
              <a:buNone/>
            </a:pPr>
            <a:r>
              <a:rPr lang="fr-FR" sz="3600" b="0" dirty="0"/>
              <a:t>Afin de lever ses freins, générer de la confiance et s’adapter à lui.</a:t>
            </a:r>
          </a:p>
          <a:p>
            <a:endParaRPr lang="fr-FR" sz="4800" b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971FAB-AC81-4883-B55F-B219FBE98F10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411451507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0BDAD-52E0-4D2F-8F10-48E1B2FC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12" y="322950"/>
            <a:ext cx="1635791" cy="685465"/>
          </a:xfrm>
        </p:spPr>
        <p:txBody>
          <a:bodyPr>
            <a:normAutofit/>
          </a:bodyPr>
          <a:lstStyle/>
          <a:p>
            <a:r>
              <a:rPr lang="fr-FR" dirty="0">
                <a:latin typeface="+mn-lt"/>
              </a:rPr>
              <a:t>Le R1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AEBCE6-80AB-4514-AB8D-659ED54BF1BD}"/>
              </a:ext>
            </a:extLst>
          </p:cNvPr>
          <p:cNvSpPr txBox="1"/>
          <p:nvPr/>
        </p:nvSpPr>
        <p:spPr>
          <a:xfrm>
            <a:off x="2797044" y="6339858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D3EACCE7-C968-46D9-DFF8-2392CAE39A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3159659"/>
              </p:ext>
            </p:extLst>
          </p:nvPr>
        </p:nvGraphicFramePr>
        <p:xfrm>
          <a:off x="996316" y="1397000"/>
          <a:ext cx="7151367" cy="4831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D6A8CDDD-E54C-1CD4-701F-18335E9FBA32}"/>
              </a:ext>
            </a:extLst>
          </p:cNvPr>
          <p:cNvSpPr txBox="1"/>
          <p:nvPr/>
        </p:nvSpPr>
        <p:spPr>
          <a:xfrm>
            <a:off x="5522976" y="5383987"/>
            <a:ext cx="1726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E95D0F"/>
                </a:solidFill>
              </a:rPr>
              <a:t>Prise de congés</a:t>
            </a:r>
          </a:p>
        </p:txBody>
      </p:sp>
    </p:spTree>
    <p:extLst>
      <p:ext uri="{BB962C8B-B14F-4D97-AF65-F5344CB8AC3E}">
        <p14:creationId xmlns:p14="http://schemas.microsoft.com/office/powerpoint/2010/main" val="264334520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906" r="42906"/>
          <a:stretch/>
        </p:blipFill>
        <p:spPr>
          <a:xfrm>
            <a:off x="239151" y="1308296"/>
            <a:ext cx="1041009" cy="489555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33928" y="1414899"/>
            <a:ext cx="7284647" cy="402820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3800" b="0" dirty="0"/>
              <a:t>Recherchez les 2 types de motivations:</a:t>
            </a:r>
          </a:p>
          <a:p>
            <a:pPr marL="0" indent="0">
              <a:buNone/>
            </a:pPr>
            <a:r>
              <a:rPr lang="fr-FR" sz="2800" b="0" dirty="0"/>
              <a:t>Exemple:</a:t>
            </a:r>
          </a:p>
          <a:p>
            <a:pPr marL="0" indent="0">
              <a:buNone/>
            </a:pPr>
            <a:r>
              <a:rPr lang="fr-FR" sz="2800" b="0" dirty="0"/>
              <a:t>-je veux une clôture propre, moderne</a:t>
            </a:r>
          </a:p>
          <a:p>
            <a:pPr marL="0" indent="0">
              <a:buNone/>
            </a:pPr>
            <a:r>
              <a:rPr lang="fr-FR" sz="2800" b="0" dirty="0"/>
              <a:t>-je veux aussi une clôture pour me protéger des cambriolages</a:t>
            </a:r>
          </a:p>
          <a:p>
            <a:pPr marL="0" indent="0">
              <a:buNone/>
            </a:pPr>
            <a:endParaRPr lang="fr-FR" sz="2800" b="0" dirty="0"/>
          </a:p>
          <a:p>
            <a:pPr marL="0" indent="0">
              <a:buNone/>
            </a:pPr>
            <a:r>
              <a:rPr lang="fr-FR" sz="2800" b="0" dirty="0"/>
              <a:t>Ces deux motivations seront au centre de votre argumentation en R2.</a:t>
            </a:r>
          </a:p>
          <a:p>
            <a:endParaRPr lang="fr-FR" sz="4800" b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971FAB-AC81-4883-B55F-B219FBE98F10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235187564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A898C-FCC5-E37D-154B-B3C9FED1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6" y="-122755"/>
            <a:ext cx="3289381" cy="1325563"/>
          </a:xfrm>
        </p:spPr>
        <p:txBody>
          <a:bodyPr/>
          <a:lstStyle/>
          <a:p>
            <a:r>
              <a:rPr lang="fr-FR" dirty="0">
                <a:latin typeface="+mn-lt"/>
              </a:rPr>
              <a:t>DEUX DECOUVERTES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4EEC422E-815C-CEFA-DF2D-EA3C784319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8781658"/>
              </p:ext>
            </p:extLst>
          </p:nvPr>
        </p:nvGraphicFramePr>
        <p:xfrm>
          <a:off x="474453" y="1397000"/>
          <a:ext cx="7962181" cy="4831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6578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A898C-FCC5-E37D-154B-B3C9FED1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6" y="-122755"/>
            <a:ext cx="3289381" cy="1325563"/>
          </a:xfrm>
        </p:spPr>
        <p:txBody>
          <a:bodyPr/>
          <a:lstStyle/>
          <a:p>
            <a:r>
              <a:rPr lang="fr-FR" dirty="0">
                <a:latin typeface="+mn-lt"/>
              </a:rPr>
              <a:t>DEUX DECOUVERTES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4EEC422E-815C-CEFA-DF2D-EA3C784319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7156360"/>
              </p:ext>
            </p:extLst>
          </p:nvPr>
        </p:nvGraphicFramePr>
        <p:xfrm>
          <a:off x="474453" y="1397000"/>
          <a:ext cx="7962181" cy="4831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15363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7A898C-FCC5-E37D-154B-B3C9FED1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786" y="-122755"/>
            <a:ext cx="3289381" cy="1325563"/>
          </a:xfrm>
        </p:spPr>
        <p:txBody>
          <a:bodyPr/>
          <a:lstStyle/>
          <a:p>
            <a:r>
              <a:rPr lang="fr-FR" dirty="0">
                <a:latin typeface="+mn-lt"/>
              </a:rPr>
              <a:t>DEUX DECOUVERTES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4EEC422E-815C-CEFA-DF2D-EA3C784319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3889554"/>
              </p:ext>
            </p:extLst>
          </p:nvPr>
        </p:nvGraphicFramePr>
        <p:xfrm>
          <a:off x="474453" y="1397000"/>
          <a:ext cx="7962181" cy="4831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1648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906" r="42906"/>
          <a:stretch/>
        </p:blipFill>
        <p:spPr>
          <a:xfrm>
            <a:off x="239151" y="1308296"/>
            <a:ext cx="1041009" cy="489555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BB971FAB-AC81-4883-B55F-B219FBE98F10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  <p:pic>
        <p:nvPicPr>
          <p:cNvPr id="11" name="Graphique 10" descr="Retour avec un remplissage uni">
            <a:extLst>
              <a:ext uri="{FF2B5EF4-FFF2-40B4-BE49-F238E27FC236}">
                <a16:creationId xmlns:a16="http://schemas.microsoft.com/office/drawing/2014/main" id="{C7E382BA-4A81-4950-8728-3494DC579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855982">
            <a:off x="3516430" y="1233822"/>
            <a:ext cx="4766436" cy="476643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D74B410-4BBF-495B-961F-89714FFF7A5E}"/>
              </a:ext>
            </a:extLst>
          </p:cNvPr>
          <p:cNvSpPr txBox="1"/>
          <p:nvPr/>
        </p:nvSpPr>
        <p:spPr>
          <a:xfrm>
            <a:off x="1684799" y="4887401"/>
            <a:ext cx="23824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E95D0F"/>
                </a:solidFill>
              </a:rPr>
              <a:t>Sourire-regard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20C060B-DDCB-482D-99FC-3877222324B4}"/>
              </a:ext>
            </a:extLst>
          </p:cNvPr>
          <p:cNvSpPr txBox="1"/>
          <p:nvPr/>
        </p:nvSpPr>
        <p:spPr>
          <a:xfrm>
            <a:off x="1546013" y="4207848"/>
            <a:ext cx="31590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E95D0F"/>
                </a:solidFill>
              </a:rPr>
              <a:t>Questions</a:t>
            </a:r>
            <a:r>
              <a:rPr lang="fr-FR" sz="3200" b="1" dirty="0">
                <a:solidFill>
                  <a:srgbClr val="E95D0F"/>
                </a:solidFill>
              </a:rPr>
              <a:t> </a:t>
            </a:r>
            <a:r>
              <a:rPr lang="fr-FR" sz="2000" b="1" dirty="0">
                <a:solidFill>
                  <a:srgbClr val="E95D0F"/>
                </a:solidFill>
              </a:rPr>
              <a:t>ouvertes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6B8748F-C58A-4950-9377-6832A51FAC8B}"/>
              </a:ext>
            </a:extLst>
          </p:cNvPr>
          <p:cNvSpPr txBox="1"/>
          <p:nvPr/>
        </p:nvSpPr>
        <p:spPr>
          <a:xfrm>
            <a:off x="1875193" y="3732019"/>
            <a:ext cx="2829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E95D0F"/>
                </a:solidFill>
              </a:rPr>
              <a:t>Questions fermées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6A75B17-57C2-42EA-BF38-7F071484A3F6}"/>
              </a:ext>
            </a:extLst>
          </p:cNvPr>
          <p:cNvSpPr txBox="1"/>
          <p:nvPr/>
        </p:nvSpPr>
        <p:spPr>
          <a:xfrm>
            <a:off x="2465222" y="3181263"/>
            <a:ext cx="2403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E95D0F"/>
                </a:solidFill>
              </a:rPr>
              <a:t>Reformulation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DBC1CD1-60D3-4482-838C-188457354819}"/>
              </a:ext>
            </a:extLst>
          </p:cNvPr>
          <p:cNvSpPr txBox="1"/>
          <p:nvPr/>
        </p:nvSpPr>
        <p:spPr>
          <a:xfrm>
            <a:off x="3386938" y="1732414"/>
            <a:ext cx="3208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E95D0F"/>
                </a:solidFill>
              </a:rPr>
              <a:t>Projeter vers le RDV 2</a:t>
            </a:r>
          </a:p>
        </p:txBody>
      </p:sp>
      <p:pic>
        <p:nvPicPr>
          <p:cNvPr id="20" name="Graphique 19" descr="Nuage contour">
            <a:extLst>
              <a:ext uri="{FF2B5EF4-FFF2-40B4-BE49-F238E27FC236}">
                <a16:creationId xmlns:a16="http://schemas.microsoft.com/office/drawing/2014/main" id="{D035A4CB-1F73-4837-A3C3-005DE656F0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9182" y="5020163"/>
            <a:ext cx="1437295" cy="1437295"/>
          </a:xfrm>
          <a:prstGeom prst="rect">
            <a:avLst/>
          </a:prstGeom>
        </p:spPr>
      </p:pic>
      <p:sp>
        <p:nvSpPr>
          <p:cNvPr id="21" name="Titre 1">
            <a:extLst>
              <a:ext uri="{FF2B5EF4-FFF2-40B4-BE49-F238E27FC236}">
                <a16:creationId xmlns:a16="http://schemas.microsoft.com/office/drawing/2014/main" id="{07D6CBCD-8AE2-4ADF-AC7A-984C81A1F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3507" y="265658"/>
            <a:ext cx="4164766" cy="901297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+mn-lt"/>
              </a:rPr>
              <a:t>Les outils pour générer la confiance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80B458E-6A97-2E9F-5905-D6FF22D8B758}"/>
              </a:ext>
            </a:extLst>
          </p:cNvPr>
          <p:cNvSpPr txBox="1"/>
          <p:nvPr/>
        </p:nvSpPr>
        <p:spPr>
          <a:xfrm>
            <a:off x="2355494" y="2351423"/>
            <a:ext cx="34621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E95D0F"/>
                </a:solidFill>
              </a:rPr>
              <a:t>Différencier l’entreprise- Arguments</a:t>
            </a:r>
          </a:p>
        </p:txBody>
      </p:sp>
      <p:pic>
        <p:nvPicPr>
          <p:cNvPr id="4" name="Graphique 3" descr="Soleil avec un remplissage uni">
            <a:extLst>
              <a:ext uri="{FF2B5EF4-FFF2-40B4-BE49-F238E27FC236}">
                <a16:creationId xmlns:a16="http://schemas.microsoft.com/office/drawing/2014/main" id="{F4E67341-4FA0-D89D-0B96-65CAC5D958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07598" y="118923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7162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0BDAD-52E0-4D2F-8F10-48E1B2FC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1" y="405975"/>
            <a:ext cx="2574387" cy="1325563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+mn-lt"/>
              </a:rPr>
              <a:t>A l’issue des deux découvertes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290" r="24290"/>
          <a:stretch/>
        </p:blipFill>
        <p:spPr>
          <a:xfrm>
            <a:off x="239151" y="2540000"/>
            <a:ext cx="2587625" cy="3357563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9298" y="2262023"/>
            <a:ext cx="5739277" cy="35234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r>
              <a:rPr lang="fr-FR" sz="2800" dirty="0"/>
              <a:t>Vous avez obtenu:</a:t>
            </a:r>
          </a:p>
          <a:p>
            <a:pPr marL="0" indent="0">
              <a:buNone/>
            </a:pPr>
            <a:r>
              <a:rPr lang="fr-FR" sz="2800" dirty="0"/>
              <a:t>-90% des éléments qui vont constituer votre proposition</a:t>
            </a:r>
          </a:p>
          <a:p>
            <a:pPr marL="0" indent="0">
              <a:buNone/>
            </a:pPr>
            <a:endParaRPr lang="fr-FR" sz="2800" dirty="0"/>
          </a:p>
          <a:p>
            <a:pPr marL="0" indent="0">
              <a:buNone/>
            </a:pPr>
            <a:r>
              <a:rPr lang="fr-FR" sz="2800" dirty="0"/>
              <a:t>-10% restent destinés à votre créativité et à vos ventes additionnelles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AEBCE6-80AB-4514-AB8D-659ED54BF1BD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288660176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73D75BE-E7AD-49A1-A453-D007D958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19" y="829821"/>
            <a:ext cx="5725716" cy="1325563"/>
          </a:xfrm>
        </p:spPr>
        <p:txBody>
          <a:bodyPr rtlCol="0">
            <a:normAutofit fontScale="90000"/>
          </a:bodyPr>
          <a:lstStyle/>
          <a:p>
            <a:pPr rtl="0"/>
            <a:r>
              <a:rPr lang="fr-FR" dirty="0">
                <a:latin typeface="+mn-lt"/>
              </a:rPr>
              <a:t>Etape 2: le montage de votre proposition</a:t>
            </a:r>
            <a:br>
              <a:rPr lang="fr-FR" dirty="0">
                <a:latin typeface="+mn-lt"/>
              </a:rPr>
            </a:br>
            <a:endParaRPr lang="fr-FR" dirty="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47FBB8-2A87-4FDD-8742-D0C12871A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7771" y="4559906"/>
            <a:ext cx="1866900" cy="3124200"/>
          </a:xfrm>
        </p:spPr>
        <p:txBody>
          <a:bodyPr rtlCol="0"/>
          <a:lstStyle/>
          <a:p>
            <a:pPr rtl="0"/>
            <a:r>
              <a:rPr lang="fr-FR" dirty="0"/>
              <a:t>2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866DA53-4E1E-4066-B8C5-0B21CC172026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76585697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0BDAD-52E0-4D2F-8F10-48E1B2FC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1" y="405975"/>
            <a:ext cx="2574387" cy="1325563"/>
          </a:xfrm>
        </p:spPr>
        <p:txBody>
          <a:bodyPr>
            <a:normAutofit/>
          </a:bodyPr>
          <a:lstStyle/>
          <a:p>
            <a:r>
              <a:rPr lang="fr-FR" dirty="0">
                <a:latin typeface="+mn-lt"/>
              </a:rPr>
              <a:t>Votre proposition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4290" r="24290"/>
          <a:stretch/>
        </p:blipFill>
        <p:spPr>
          <a:xfrm>
            <a:off x="239151" y="2540000"/>
            <a:ext cx="2587625" cy="3357563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9298" y="2540000"/>
            <a:ext cx="5739277" cy="3523449"/>
          </a:xfrm>
        </p:spPr>
        <p:txBody>
          <a:bodyPr>
            <a:normAutofit/>
          </a:bodyPr>
          <a:lstStyle/>
          <a:p>
            <a:r>
              <a:rPr lang="fr-FR" sz="2800" b="0" dirty="0"/>
              <a:t>Reprenez vos notes</a:t>
            </a:r>
          </a:p>
          <a:p>
            <a:r>
              <a:rPr lang="fr-FR" sz="2800" b="0" dirty="0"/>
              <a:t>Concevez votre plan et votre devis avec 90% des éléments recueillis</a:t>
            </a:r>
          </a:p>
          <a:p>
            <a:r>
              <a:rPr lang="fr-FR" sz="2800" b="0" dirty="0"/>
              <a:t>Ajoutez 10% d’idées, de créativité, d’éléments en plus…correspondant à ce que vous avez découvert du client.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7AEBCE6-80AB-4514-AB8D-659ED54BF1BD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FB57968-9C31-D466-018D-4CF369A8BA3D}"/>
              </a:ext>
            </a:extLst>
          </p:cNvPr>
          <p:cNvSpPr txBox="1"/>
          <p:nvPr/>
        </p:nvSpPr>
        <p:spPr>
          <a:xfrm>
            <a:off x="5522976" y="1120327"/>
            <a:ext cx="32991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i="1" dirty="0">
                <a:solidFill>
                  <a:srgbClr val="5DAAB0"/>
                </a:solidFill>
              </a:rPr>
              <a:t>Vous vendez d’abord à un sujet puis vous vendez un objet. </a:t>
            </a:r>
          </a:p>
        </p:txBody>
      </p:sp>
    </p:spTree>
    <p:extLst>
      <p:ext uri="{BB962C8B-B14F-4D97-AF65-F5344CB8AC3E}">
        <p14:creationId xmlns:p14="http://schemas.microsoft.com/office/powerpoint/2010/main" val="2832016298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73D75BE-E7AD-49A1-A453-D007D958A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19" y="829821"/>
            <a:ext cx="5725716" cy="1325563"/>
          </a:xfrm>
        </p:spPr>
        <p:txBody>
          <a:bodyPr rtlCol="0">
            <a:normAutofit fontScale="90000"/>
          </a:bodyPr>
          <a:lstStyle/>
          <a:p>
            <a:pPr rtl="0"/>
            <a:r>
              <a:rPr lang="fr-FR" dirty="0">
                <a:latin typeface="+mn-lt"/>
              </a:rPr>
              <a:t>Le R2: la vente</a:t>
            </a:r>
            <a:br>
              <a:rPr lang="fr-FR" dirty="0">
                <a:latin typeface="+mn-lt"/>
              </a:rPr>
            </a:br>
            <a:endParaRPr lang="fr-FR" dirty="0">
              <a:latin typeface="+mn-lt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47FBB8-2A87-4FDD-8742-D0C12871A3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97771" y="3843017"/>
            <a:ext cx="1866900" cy="3124200"/>
          </a:xfrm>
        </p:spPr>
        <p:txBody>
          <a:bodyPr rtlCol="0"/>
          <a:lstStyle/>
          <a:p>
            <a:pPr rtl="0"/>
            <a:r>
              <a:rPr lang="fr-FR" dirty="0"/>
              <a:t>3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866DA53-4E1E-4066-B8C5-0B21CC172026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3172077692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00BDAD-52E0-4D2F-8F10-48E1B2FC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151" y="405975"/>
            <a:ext cx="2574387" cy="1325563"/>
          </a:xfrm>
        </p:spPr>
        <p:txBody>
          <a:bodyPr/>
          <a:lstStyle/>
          <a:p>
            <a:r>
              <a:rPr lang="fr-FR" dirty="0">
                <a:latin typeface="+mn-lt"/>
              </a:rPr>
              <a:t>Le R2</a:t>
            </a:r>
          </a:p>
        </p:txBody>
      </p:sp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4290" r="24290"/>
          <a:stretch/>
        </p:blipFill>
        <p:spPr>
          <a:xfrm>
            <a:off x="239151" y="2540000"/>
            <a:ext cx="2587625" cy="3357563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79298" y="2540000"/>
            <a:ext cx="5739277" cy="3357563"/>
          </a:xfrm>
        </p:spPr>
        <p:txBody>
          <a:bodyPr>
            <a:normAutofit/>
          </a:bodyPr>
          <a:lstStyle/>
          <a:p>
            <a:r>
              <a:rPr lang="fr-FR" sz="3200" b="0" dirty="0"/>
              <a:t>Objectif du R2</a:t>
            </a:r>
          </a:p>
          <a:p>
            <a:pPr marL="342900" lvl="1" indent="0">
              <a:buNone/>
            </a:pPr>
            <a:r>
              <a:rPr lang="fr-FR" sz="3050" dirty="0">
                <a:solidFill>
                  <a:srgbClr val="E95D0F"/>
                </a:solidFill>
              </a:rPr>
              <a:t>-signer</a:t>
            </a:r>
            <a:endParaRPr lang="fr-FR" sz="3050" b="0" dirty="0">
              <a:solidFill>
                <a:srgbClr val="E95D0F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9FF2738-8405-42C8-A146-56D04AADCC42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A4CC640-9948-12E5-37BD-02AD4A785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009" y="3913632"/>
            <a:ext cx="3513039" cy="182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55694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pour une image  7">
            <a:extLst>
              <a:ext uri="{FF2B5EF4-FFF2-40B4-BE49-F238E27FC236}">
                <a16:creationId xmlns:a16="http://schemas.microsoft.com/office/drawing/2014/main" id="{ACDA7FAA-960F-4590-A8C1-F4B1CE0B5C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2906" r="42906"/>
          <a:stretch/>
        </p:blipFill>
        <p:spPr>
          <a:xfrm>
            <a:off x="239151" y="1308296"/>
            <a:ext cx="1041009" cy="4895556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DDED7CE-5233-4A0F-A4E4-3EC6B3D50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33928" y="1414899"/>
            <a:ext cx="7284647" cy="462745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800" dirty="0"/>
              <a:t>Les étapes du R2:</a:t>
            </a:r>
          </a:p>
          <a:p>
            <a:pPr marL="0" indent="0">
              <a:buNone/>
            </a:pPr>
            <a:r>
              <a:rPr lang="fr-FR" sz="2800" b="0" dirty="0"/>
              <a:t>-reformuler les attentes du client et ce qui est important pour lui</a:t>
            </a:r>
          </a:p>
          <a:p>
            <a:pPr marL="0" indent="0">
              <a:buNone/>
            </a:pPr>
            <a:r>
              <a:rPr lang="fr-FR" sz="2800" b="0" dirty="0"/>
              <a:t>-montrer le plan</a:t>
            </a:r>
          </a:p>
          <a:p>
            <a:pPr marL="0" indent="0">
              <a:buNone/>
            </a:pPr>
            <a:r>
              <a:rPr lang="fr-FR" sz="2800" b="0" dirty="0"/>
              <a:t>-garder le silence et observer</a:t>
            </a:r>
          </a:p>
          <a:p>
            <a:pPr marL="0" indent="0">
              <a:buNone/>
            </a:pPr>
            <a:r>
              <a:rPr lang="fr-FR" sz="2800" b="0" dirty="0"/>
              <a:t>-répondre aux remarques et questions</a:t>
            </a:r>
          </a:p>
          <a:p>
            <a:pPr marL="0" indent="0">
              <a:buNone/>
            </a:pPr>
            <a:r>
              <a:rPr lang="fr-FR" sz="2800" b="0" dirty="0"/>
              <a:t>-argumenter la conception et vos choix, en rapport avec les motivations du client</a:t>
            </a:r>
          </a:p>
          <a:p>
            <a:pPr marL="0" indent="0">
              <a:buNone/>
            </a:pPr>
            <a:r>
              <a:rPr lang="fr-FR" sz="2800" b="0" dirty="0"/>
              <a:t>-faire dire des « oui »</a:t>
            </a:r>
          </a:p>
          <a:p>
            <a:pPr marL="0" indent="0">
              <a:buNone/>
            </a:pPr>
            <a:r>
              <a:rPr lang="fr-FR" sz="2800" b="0" dirty="0"/>
              <a:t>-répondre à 100% des objections</a:t>
            </a:r>
          </a:p>
          <a:p>
            <a:pPr marL="0" indent="0">
              <a:buNone/>
            </a:pPr>
            <a:r>
              <a:rPr lang="fr-FR" sz="2800" b="0" dirty="0"/>
              <a:t>-phrase de </a:t>
            </a:r>
            <a:r>
              <a:rPr lang="fr-FR" sz="2800" b="0" dirty="0" err="1"/>
              <a:t>closing</a:t>
            </a:r>
            <a:endParaRPr lang="fr-FR" sz="2800" b="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971FAB-AC81-4883-B55F-B219FBE98F10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3914416438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045C97E3-0CF5-415A-BEEC-B465AA7F13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55759" y="727969"/>
            <a:ext cx="5438197" cy="1820359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fr-FR" sz="3900" dirty="0">
                <a:solidFill>
                  <a:srgbClr val="5DAAB0"/>
                </a:solidFill>
                <a:latin typeface="Arial" panose="020B0604020202020204" pitchFamily="34" charset="0"/>
              </a:rPr>
              <a:t>Il y a des fleurs partout pour qui veut bien les voir.</a:t>
            </a:r>
          </a:p>
          <a:p>
            <a:pPr rtl="0"/>
            <a:r>
              <a:rPr lang="fr-FR" sz="2000" dirty="0">
                <a:solidFill>
                  <a:srgbClr val="5DAAB0"/>
                </a:solidFill>
                <a:latin typeface="Arial" panose="020B0604020202020204" pitchFamily="34" charset="0"/>
              </a:rPr>
              <a:t>Matisse</a:t>
            </a:r>
          </a:p>
        </p:txBody>
      </p:sp>
      <p:pic>
        <p:nvPicPr>
          <p:cNvPr id="13" name="Espace réservé d’image 12" descr="Un groupe de personnes assises devant une fenêtre">
            <a:extLst>
              <a:ext uri="{FF2B5EF4-FFF2-40B4-BE49-F238E27FC236}">
                <a16:creationId xmlns:a16="http://schemas.microsoft.com/office/drawing/2014/main" id="{52A2CEC9-3F71-424A-8B32-9D07BE6254B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4976" b="13760"/>
          <a:stretch/>
        </p:blipFill>
        <p:spPr>
          <a:xfrm>
            <a:off x="0" y="3482578"/>
            <a:ext cx="9144000" cy="251817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A28FF9E-CF9F-417E-8F52-0A4A033C66AA}"/>
              </a:ext>
            </a:extLst>
          </p:cNvPr>
          <p:cNvSpPr txBox="1"/>
          <p:nvPr/>
        </p:nvSpPr>
        <p:spPr>
          <a:xfrm>
            <a:off x="2548328" y="6336250"/>
            <a:ext cx="40473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rgbClr val="BBC3CD"/>
                </a:solidFill>
              </a:rPr>
              <a:t>NJM Conseil</a:t>
            </a:r>
          </a:p>
        </p:txBody>
      </p:sp>
    </p:spTree>
    <p:extLst>
      <p:ext uri="{BB962C8B-B14F-4D97-AF65-F5344CB8AC3E}">
        <p14:creationId xmlns:p14="http://schemas.microsoft.com/office/powerpoint/2010/main" val="605044435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D52EF63-0632-4EF6-98A5-3041DADFD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48215"/>
            <a:ext cx="5439379" cy="1088024"/>
          </a:xfrm>
        </p:spPr>
        <p:txBody>
          <a:bodyPr anchor="t">
            <a:normAutofit fontScale="90000"/>
          </a:bodyPr>
          <a:lstStyle/>
          <a:p>
            <a:r>
              <a:rPr lang="en-US" sz="2800" dirty="0">
                <a:latin typeface="+mn-lt"/>
              </a:rPr>
              <a:t>NJM Conseil</a:t>
            </a: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Nathalie </a:t>
            </a:r>
            <a:r>
              <a:rPr lang="en-US" sz="2800" dirty="0" err="1">
                <a:latin typeface="+mn-lt"/>
              </a:rPr>
              <a:t>Joulié</a:t>
            </a:r>
            <a:r>
              <a:rPr lang="en-US" sz="2800" dirty="0">
                <a:latin typeface="+mn-lt"/>
              </a:rPr>
              <a:t> Morand</a:t>
            </a:r>
            <a:br>
              <a:rPr lang="en-US" sz="1800" dirty="0">
                <a:latin typeface="+mn-lt"/>
              </a:rPr>
            </a:br>
            <a:br>
              <a:rPr lang="en-US" sz="1800" dirty="0">
                <a:latin typeface="+mn-lt"/>
              </a:rPr>
            </a:br>
            <a:r>
              <a:rPr lang="en-US" sz="1800" dirty="0" err="1">
                <a:latin typeface="+mn-lt"/>
              </a:rPr>
              <a:t>Coache</a:t>
            </a:r>
            <a:r>
              <a:rPr lang="en-US" sz="1800" dirty="0">
                <a:latin typeface="+mn-lt"/>
              </a:rPr>
              <a:t> et </a:t>
            </a:r>
            <a:r>
              <a:rPr lang="en-US" sz="1800" dirty="0" err="1">
                <a:latin typeface="+mn-lt"/>
              </a:rPr>
              <a:t>formatrice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commerciale</a:t>
            </a:r>
            <a:r>
              <a:rPr lang="en-US" sz="1800" dirty="0">
                <a:latin typeface="+mn-lt"/>
              </a:rPr>
              <a:t> </a:t>
            </a:r>
            <a:r>
              <a:rPr lang="en-US" sz="1800" dirty="0" err="1">
                <a:latin typeface="+mn-lt"/>
              </a:rPr>
              <a:t>certifiée</a:t>
            </a:r>
            <a:endParaRPr lang="en-US" sz="1800" dirty="0">
              <a:latin typeface="+mn-lt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8CFC470-EC55-4791-B905-B8B5D81BE8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8650" y="3965773"/>
            <a:ext cx="5439378" cy="338549"/>
          </a:xfrm>
        </p:spPr>
        <p:txBody>
          <a:bodyPr>
            <a:noAutofit/>
          </a:bodyPr>
          <a:lstStyle/>
          <a:p>
            <a:r>
              <a:rPr lang="en-US" sz="2800" dirty="0"/>
              <a:t>06-88-10-40-67</a:t>
            </a:r>
          </a:p>
          <a:p>
            <a:r>
              <a:rPr lang="en-US" sz="2800" dirty="0"/>
              <a:t>www.njm-conseil.fr</a:t>
            </a:r>
          </a:p>
        </p:txBody>
      </p:sp>
      <p:pic>
        <p:nvPicPr>
          <p:cNvPr id="26" name="Picture 15" descr="Personne permettant d’atteindre un papier sur un tableau complet de papier et de pense-bête">
            <a:extLst>
              <a:ext uri="{FF2B5EF4-FFF2-40B4-BE49-F238E27FC236}">
                <a16:creationId xmlns:a16="http://schemas.microsoft.com/office/drawing/2014/main" id="{F890AA97-C047-49BA-9D8D-13461B7931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3" r="5996" b="-1"/>
          <a:stretch/>
        </p:blipFill>
        <p:spPr>
          <a:xfrm>
            <a:off x="1" y="10"/>
            <a:ext cx="9143999" cy="6857990"/>
          </a:xfrm>
          <a:custGeom>
            <a:avLst/>
            <a:gdLst>
              <a:gd name="connsiteX0" fmla="*/ 0 w 11933381"/>
              <a:gd name="connsiteY0" fmla="*/ 0 h 6858000"/>
              <a:gd name="connsiteX1" fmla="*/ 11933381 w 11933381"/>
              <a:gd name="connsiteY1" fmla="*/ 0 h 6858000"/>
              <a:gd name="connsiteX2" fmla="*/ 11933381 w 11933381"/>
              <a:gd name="connsiteY2" fmla="*/ 6858000 h 6858000"/>
              <a:gd name="connsiteX3" fmla="*/ 0 w 11933381"/>
              <a:gd name="connsiteY3" fmla="*/ 6858000 h 6858000"/>
              <a:gd name="connsiteX4" fmla="*/ 0 w 11933381"/>
              <a:gd name="connsiteY4" fmla="*/ 5854361 h 6858000"/>
              <a:gd name="connsiteX5" fmla="*/ 8109878 w 11933381"/>
              <a:gd name="connsiteY5" fmla="*/ 5854361 h 6858000"/>
              <a:gd name="connsiteX6" fmla="*/ 8109878 w 11933381"/>
              <a:gd name="connsiteY6" fmla="*/ 1949923 h 6858000"/>
              <a:gd name="connsiteX7" fmla="*/ 0 w 11933381"/>
              <a:gd name="connsiteY7" fmla="*/ 1949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33381" h="6858000">
                <a:moveTo>
                  <a:pt x="0" y="0"/>
                </a:moveTo>
                <a:lnTo>
                  <a:pt x="11933381" y="0"/>
                </a:lnTo>
                <a:lnTo>
                  <a:pt x="11933381" y="6858000"/>
                </a:lnTo>
                <a:lnTo>
                  <a:pt x="0" y="6858000"/>
                </a:lnTo>
                <a:lnTo>
                  <a:pt x="0" y="5854361"/>
                </a:lnTo>
                <a:lnTo>
                  <a:pt x="8109878" y="5854361"/>
                </a:lnTo>
                <a:lnTo>
                  <a:pt x="8109878" y="1949923"/>
                </a:lnTo>
                <a:lnTo>
                  <a:pt x="0" y="1949923"/>
                </a:lnTo>
                <a:close/>
              </a:path>
            </a:pathLst>
          </a:custGeom>
          <a:noFill/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5B8E688-5F3D-4F58-8151-0804E1E58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50" y="5299969"/>
            <a:ext cx="558876" cy="55887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0772076-FD46-434E-80C8-EA74D136729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178" t="10214" r="22874" b="11454"/>
          <a:stretch/>
        </p:blipFill>
        <p:spPr>
          <a:xfrm>
            <a:off x="1531188" y="5291542"/>
            <a:ext cx="558876" cy="55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47382"/>
      </p:ext>
    </p:extLst>
  </p:cSld>
  <p:clrMapOvr>
    <a:masterClrMapping/>
  </p:clrMapOvr>
</p:sld>
</file>

<file path=ppt/theme/theme1.xml><?xml version="1.0" encoding="utf-8"?>
<a:theme xmlns:a="http://schemas.openxmlformats.org/drawingml/2006/main" name="NJM Conseil Diapo type">
  <a:themeElements>
    <a:clrScheme name="Personnalisé 3">
      <a:dk1>
        <a:srgbClr val="3F3F3F"/>
      </a:dk1>
      <a:lt1>
        <a:srgbClr val="FFFFFF"/>
      </a:lt1>
      <a:dk2>
        <a:srgbClr val="000000"/>
      </a:dk2>
      <a:lt2>
        <a:srgbClr val="A5A5A5"/>
      </a:lt2>
      <a:accent1>
        <a:srgbClr val="E95D0F"/>
      </a:accent1>
      <a:accent2>
        <a:srgbClr val="DFE3E9"/>
      </a:accent2>
      <a:accent3>
        <a:srgbClr val="BBC3CD"/>
      </a:accent3>
      <a:accent4>
        <a:srgbClr val="484848"/>
      </a:accent4>
      <a:accent5>
        <a:srgbClr val="3F3F3F"/>
      </a:accent5>
      <a:accent6>
        <a:srgbClr val="F2CAA2"/>
      </a:accent6>
      <a:hlink>
        <a:srgbClr val="00194C"/>
      </a:hlink>
      <a:folHlink>
        <a:srgbClr val="954F72"/>
      </a:folHlink>
    </a:clrScheme>
    <a:fontScheme name="MSFT_ELT_Template01">
      <a:majorFont>
        <a:latin typeface="Constant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2570107_TF55702786" id="{6181B7A7-91EB-4500-949A-DEA5016612DB}" vid="{79F679B7-4304-4B26-9984-C6C1193B8C1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667</Words>
  <Application>Microsoft Office PowerPoint</Application>
  <PresentationFormat>Affichage à l'écran (4:3)</PresentationFormat>
  <Paragraphs>142</Paragraphs>
  <Slides>22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Calibri</vt:lpstr>
      <vt:lpstr>Wingdings</vt:lpstr>
      <vt:lpstr>NJM Conseil Diapo type</vt:lpstr>
      <vt:lpstr>ETAPES DE LA VENTE </vt:lpstr>
      <vt:lpstr>Objectifs pédagogiques</vt:lpstr>
      <vt:lpstr>Sommaire</vt:lpstr>
      <vt:lpstr>Le R1: l’enquête</vt:lpstr>
      <vt:lpstr>Présentation PowerPoint</vt:lpstr>
      <vt:lpstr>Présentation PowerPoint</vt:lpstr>
      <vt:lpstr>Présentation PowerPoint</vt:lpstr>
      <vt:lpstr>Présentation PowerPoint</vt:lpstr>
      <vt:lpstr>Le R1</vt:lpstr>
      <vt:lpstr>Présentation PowerPoint</vt:lpstr>
      <vt:lpstr>DEUX DECOUVERTES</vt:lpstr>
      <vt:lpstr>DEUX DECOUVERTES</vt:lpstr>
      <vt:lpstr>DEUX DECOUVERTES</vt:lpstr>
      <vt:lpstr>Les outils pour générer la confiance</vt:lpstr>
      <vt:lpstr>A l’issue des deux découvertes</vt:lpstr>
      <vt:lpstr>Etape 2: le montage de votre proposition </vt:lpstr>
      <vt:lpstr>Votre proposition</vt:lpstr>
      <vt:lpstr>Le R2: la vente </vt:lpstr>
      <vt:lpstr>Le R2</vt:lpstr>
      <vt:lpstr>Présentation PowerPoint</vt:lpstr>
      <vt:lpstr>Présentation PowerPoint</vt:lpstr>
      <vt:lpstr>NJM Conseil Nathalie Joulié Morand  Coache et formatrice commerciale certifiée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CLIQUEZ POUR AJOUTER UN TITRE</dc:title>
  <dc:creator>nathalie joulie morand</dc:creator>
  <cp:lastModifiedBy>JOULIE NATHALIE</cp:lastModifiedBy>
  <cp:revision>9</cp:revision>
  <dcterms:created xsi:type="dcterms:W3CDTF">2021-08-06T08:54:59Z</dcterms:created>
  <dcterms:modified xsi:type="dcterms:W3CDTF">2024-01-11T08:47:23Z</dcterms:modified>
</cp:coreProperties>
</file>