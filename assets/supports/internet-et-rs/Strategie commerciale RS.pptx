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1" r:id="rId4"/>
    <p:sldId id="260" r:id="rId5"/>
    <p:sldId id="258" r:id="rId6"/>
    <p:sldId id="259" r:id="rId7"/>
    <p:sldId id="262" r:id="rId8"/>
    <p:sldId id="263" r:id="rId9"/>
    <p:sldId id="265" r:id="rId10"/>
    <p:sldId id="264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007A"/>
    <a:srgbClr val="D4D600"/>
    <a:srgbClr val="E95D0F"/>
    <a:srgbClr val="9311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2DDB25-55EB-472D-8B07-AF81CF403AB0}" type="datetimeFigureOut">
              <a:rPr lang="fr-FR" smtClean="0"/>
              <a:t>06/04/2020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95A461-29CF-4583-A100-9C757AF6BF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4116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A5F6-5D02-4672-92E3-CDE56371D971}" type="datetime1">
              <a:rPr lang="fr-FR" smtClean="0"/>
              <a:t>06/04/2020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AFFA-6257-4970-82D8-A6C805899C9D}" type="datetime1">
              <a:rPr lang="fr-FR" smtClean="0"/>
              <a:t>06/04/2020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FB05-901D-4921-8A64-3AEBF7820156}" type="datetime1">
              <a:rPr lang="fr-FR" smtClean="0"/>
              <a:t>06/04/2020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53CC7-8A61-4E5D-92E5-E8AABE5A2EE7}" type="datetime1">
              <a:rPr lang="fr-FR" smtClean="0"/>
              <a:t>06/04/2020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38C5-E2A4-4A73-AAEB-6C59E93FE46F}" type="datetime1">
              <a:rPr lang="fr-FR" smtClean="0"/>
              <a:t>06/04/2020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41288-5FAF-442B-993A-07438DEBE7FD}" type="datetime1">
              <a:rPr lang="fr-FR" smtClean="0"/>
              <a:t>06/04/2020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F3DF1-845C-40AE-9586-CA470B3271BF}" type="datetime1">
              <a:rPr lang="fr-FR" smtClean="0"/>
              <a:t>06/04/2020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989FE-3355-4CEA-8D36-3B19D2C3D317}" type="datetime1">
              <a:rPr lang="fr-FR" smtClean="0"/>
              <a:t>06/04/2020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29672-4337-4698-8D7C-B82DC3C18DBD}" type="datetime1">
              <a:rPr lang="fr-FR" smtClean="0"/>
              <a:t>06/04/2020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2A144-BD82-4F67-8B0F-DBF01102429E}" type="datetime1">
              <a:rPr lang="fr-FR" smtClean="0"/>
              <a:t>06/04/2020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1500-D00B-4AF4-B5B4-1FAB4B1266C3}" type="datetime1">
              <a:rPr lang="fr-FR" smtClean="0"/>
              <a:t>06/04/2020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7669E-A44D-49CA-9E5C-C2D471D984C4}" type="datetime1">
              <a:rPr lang="fr-FR" smtClean="0"/>
              <a:t>06/04/2020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NJM Conseil - njm.conseil@orange.fr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44C4B-DF67-4893-AC7A-6757B004DDEE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406531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fr-FR" sz="65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Stratégie commerciale et réseaux sociaux</a:t>
            </a: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fr-FR" sz="1800" dirty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Nathalie JOULIE-MORAND</a:t>
            </a:r>
          </a:p>
          <a:p>
            <a:pPr>
              <a:buNone/>
            </a:pPr>
            <a:r>
              <a:rPr lang="fr-FR" sz="1800" dirty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NJM Conseil Le </a:t>
            </a:r>
            <a:r>
              <a:rPr lang="fr-FR" sz="1800" dirty="0" err="1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Cassan</a:t>
            </a:r>
            <a:r>
              <a:rPr lang="fr-FR" sz="1800" dirty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 12 330 Clairvaux d’Aveyron</a:t>
            </a:r>
          </a:p>
          <a:p>
            <a:pPr>
              <a:buNone/>
            </a:pPr>
            <a:r>
              <a:rPr lang="fr-FR" sz="1800" dirty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06 88 10 40 67</a:t>
            </a:r>
          </a:p>
          <a:p>
            <a:endParaRPr lang="fr-FR" dirty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t>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3717032"/>
            <a:ext cx="4032448" cy="22019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312520" y="142852"/>
            <a:ext cx="6329378" cy="114300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Préalables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Pourquoi communiquer sur les réseaux sociaux?</a:t>
            </a:r>
          </a:p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Communiquer n’est pas vendre</a:t>
            </a:r>
          </a:p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Gratuité et investissement en temps</a:t>
            </a: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t>2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263" y="3892984"/>
            <a:ext cx="4032448" cy="24633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51520" y="1600200"/>
            <a:ext cx="8435280" cy="4525963"/>
          </a:xfrm>
        </p:spPr>
        <p:txBody>
          <a:bodyPr/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Définir une </a:t>
            </a:r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stratégie</a:t>
            </a: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: donner une direction</a:t>
            </a:r>
          </a:p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réseau social n’est qu’un moyen, pas une fin en soi!</a:t>
            </a: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t>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3124231"/>
            <a:ext cx="3689945" cy="331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41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312520" y="142852"/>
            <a:ext cx="6329378" cy="114300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Etape 1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Définir son/ses </a:t>
            </a:r>
            <a:r>
              <a:rPr lang="fr-FR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objectif</a:t>
            </a:r>
            <a:r>
              <a:rPr lang="fr-FR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(s)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Vendre? 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Améliorer/modifier/construire son image?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Développer sa notoriété?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Informer?</a:t>
            </a:r>
          </a:p>
          <a:p>
            <a:pPr marL="457200" lvl="1" indent="0">
              <a:buNone/>
            </a:pPr>
            <a:endParaRPr lang="fr-FR" sz="2400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marL="1527175">
              <a:buClr>
                <a:srgbClr val="D4D600"/>
              </a:buClr>
              <a:buFont typeface="Wingdings" pitchFamily="2" charset="2"/>
              <a:buChar char="§"/>
            </a:pPr>
            <a:r>
              <a:rPr lang="fr-FR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Conatif</a:t>
            </a:r>
          </a:p>
          <a:p>
            <a:pPr marL="1527175">
              <a:buClr>
                <a:srgbClr val="D4D600"/>
              </a:buClr>
              <a:buFont typeface="Wingdings" pitchFamily="2" charset="2"/>
              <a:buChar char="§"/>
            </a:pPr>
            <a:r>
              <a:rPr lang="fr-FR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Affectif</a:t>
            </a:r>
          </a:p>
          <a:p>
            <a:pPr marL="1527175">
              <a:buClr>
                <a:srgbClr val="D4D600"/>
              </a:buClr>
              <a:buFont typeface="Wingdings" pitchFamily="2" charset="2"/>
              <a:buChar char="§"/>
            </a:pPr>
            <a:r>
              <a:rPr lang="fr-FR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Cognitif</a:t>
            </a: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t>4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55724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312520" y="142852"/>
            <a:ext cx="6329378" cy="114300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Etape 2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Définir son/ses </a:t>
            </a:r>
            <a:r>
              <a:rPr lang="fr-FR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public(s)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Question 1 : particuliers ou professionnels 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Question 2 : qui </a:t>
            </a:r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PRECISEMENT ?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t>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3356992"/>
            <a:ext cx="6768752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079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312520" y="142852"/>
            <a:ext cx="6329378" cy="114300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Etape 3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Concevoir la </a:t>
            </a:r>
            <a:r>
              <a:rPr lang="fr-FR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ligne éditoriale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Quel est votre positionnement, votre différenciation?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Comment le faire émerger au travers de vos messages et contenus?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marL="457200" lvl="1" indent="0">
              <a:buNone/>
            </a:pP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	Créer son plan éditorial</a:t>
            </a: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t>6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2" name="Flèche droite 1"/>
          <p:cNvSpPr/>
          <p:nvPr/>
        </p:nvSpPr>
        <p:spPr>
          <a:xfrm>
            <a:off x="971600" y="4581128"/>
            <a:ext cx="1224136" cy="576064"/>
          </a:xfrm>
          <a:prstGeom prst="rightArrow">
            <a:avLst/>
          </a:prstGeom>
          <a:solidFill>
            <a:srgbClr val="D4D600"/>
          </a:solidFill>
          <a:ln>
            <a:solidFill>
              <a:srgbClr val="D4D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6819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312520" y="142852"/>
            <a:ext cx="6329378" cy="114300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Etape 3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Les messages :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Des contenus variés, attractifs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Des bons plans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Des informations, des conseils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Un ton et un contenu adaptés à la stratégie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marL="457200" lvl="1" indent="0">
              <a:buNone/>
            </a:pP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	</a:t>
            </a:r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PARTAGER</a:t>
            </a:r>
          </a:p>
          <a:p>
            <a:pPr marL="457200" lvl="1" indent="0">
              <a:buNone/>
            </a:pPr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	SUSCITER L’INTERET</a:t>
            </a: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t>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119" y="4725144"/>
            <a:ext cx="1255885" cy="63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472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357422" y="-91388"/>
            <a:ext cx="6329378" cy="114300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Etape 4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Choix du réseau social</a:t>
            </a:r>
          </a:p>
          <a:p>
            <a:pPr lvl="1"/>
            <a:r>
              <a:rPr lang="fr-FR" dirty="0" err="1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Linkedin</a:t>
            </a: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, Twitter …: en B to B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Facebook, Instagram, Pinterest …: en B to C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Au service des objectifs et du public</a:t>
            </a: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t>8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120" y="4277280"/>
            <a:ext cx="2505075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43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N’oubliez pas le « brand content » et le lien avec vos collaborateurs en interne.</a:t>
            </a: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t>9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68" y="2941067"/>
            <a:ext cx="4405922" cy="330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344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411760" y="404664"/>
            <a:ext cx="6336704" cy="1396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4800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La parole est à vous!</a:t>
            </a:r>
          </a:p>
          <a:p>
            <a:pPr marL="0" indent="0">
              <a:buClr>
                <a:srgbClr val="E2007A"/>
              </a:buClr>
              <a:buNone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t>10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364" y="1916832"/>
            <a:ext cx="5705272" cy="417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3304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338</Words>
  <Application>Microsoft Office PowerPoint</Application>
  <PresentationFormat>Affichage à l'écran (4:3)</PresentationFormat>
  <Paragraphs>93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Thème Office</vt:lpstr>
      <vt:lpstr>Présentation PowerPoint</vt:lpstr>
      <vt:lpstr>Préalables</vt:lpstr>
      <vt:lpstr>Présentation PowerPoint</vt:lpstr>
      <vt:lpstr>Etape 1</vt:lpstr>
      <vt:lpstr>Etape 2</vt:lpstr>
      <vt:lpstr>Etape 3</vt:lpstr>
      <vt:lpstr>Etape 3</vt:lpstr>
      <vt:lpstr>Etape 4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Administrateur</dc:creator>
  <cp:lastModifiedBy>nathalie joulie morand</cp:lastModifiedBy>
  <cp:revision>12</cp:revision>
  <dcterms:created xsi:type="dcterms:W3CDTF">2011-11-12T19:31:13Z</dcterms:created>
  <dcterms:modified xsi:type="dcterms:W3CDTF">2020-04-06T18:39:29Z</dcterms:modified>
</cp:coreProperties>
</file>